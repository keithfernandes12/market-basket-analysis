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12"/>
  </p:notesMasterIdLst>
  <p:sldIdLst>
    <p:sldId id="535" r:id="rId2"/>
    <p:sldId id="696" r:id="rId3"/>
    <p:sldId id="600" r:id="rId4"/>
    <p:sldId id="699" r:id="rId5"/>
    <p:sldId id="567" r:id="rId6"/>
    <p:sldId id="615" r:id="rId7"/>
    <p:sldId id="660" r:id="rId8"/>
    <p:sldId id="661" r:id="rId9"/>
    <p:sldId id="700" r:id="rId10"/>
    <p:sldId id="543" r:id="rId11"/>
  </p:sldIdLst>
  <p:sldSz cx="13439775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s" id="{17437F8F-1520-614B-BF89-6ADED2571CEE}">
          <p14:sldIdLst>
            <p14:sldId id="535"/>
            <p14:sldId id="696"/>
            <p14:sldId id="600"/>
            <p14:sldId id="699"/>
            <p14:sldId id="567"/>
            <p14:sldId id="615"/>
            <p14:sldId id="660"/>
            <p14:sldId id="661"/>
            <p14:sldId id="700"/>
          </p14:sldIdLst>
        </p14:section>
        <p14:section name="Thank You Slides" id="{35EDE2FF-C779-3F49-A5F8-EC181E66A97F}">
          <p14:sldIdLst>
            <p14:sldId id="543"/>
          </p14:sldIdLst>
        </p14:section>
      </p14:sectionLst>
    </p:ext>
    <p:ext uri="{EFAFB233-063F-42B5-8137-9DF3F51BA10A}">
      <p15:sldGuideLst xmlns:p15="http://schemas.microsoft.com/office/powerpoint/2012/main">
        <p15:guide id="1" pos="2827" userDrawn="1">
          <p15:clr>
            <a:srgbClr val="A4A3A4"/>
          </p15:clr>
        </p15:guide>
        <p15:guide id="2" pos="5639" userDrawn="1">
          <p15:clr>
            <a:srgbClr val="A4A3A4"/>
          </p15:clr>
        </p15:guide>
        <p15:guide id="3" pos="264" userDrawn="1">
          <p15:clr>
            <a:srgbClr val="A4A3A4"/>
          </p15:clr>
        </p15:guide>
        <p15:guide id="4" orient="horz" pos="2381">
          <p15:clr>
            <a:srgbClr val="A4A3A4"/>
          </p15:clr>
        </p15:guide>
        <p15:guide id="5" pos="42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D00"/>
    <a:srgbClr val="E1E1E1"/>
    <a:srgbClr val="F2F2F2"/>
    <a:srgbClr val="FF00FF"/>
    <a:srgbClr val="48C0B3"/>
    <a:srgbClr val="48BFB3"/>
    <a:srgbClr val="48C0E3"/>
    <a:srgbClr val="03C39B"/>
    <a:srgbClr val="B176D8"/>
    <a:srgbClr val="720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157E0-8DA3-4C6D-9362-B51C8B9B12BF}" v="143" dt="2026-02-14T05:19:36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12"/>
  </p:normalViewPr>
  <p:slideViewPr>
    <p:cSldViewPr>
      <p:cViewPr>
        <p:scale>
          <a:sx n="100" d="100"/>
          <a:sy n="100" d="100"/>
        </p:scale>
        <p:origin x="540" y="240"/>
      </p:cViewPr>
      <p:guideLst>
        <p:guide pos="2827"/>
        <p:guide pos="5639"/>
        <p:guide pos="264"/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5" d="100"/>
        <a:sy n="185" d="100"/>
      </p:scale>
      <p:origin x="0" y="0"/>
    </p:cViewPr>
  </p:sorterViewPr>
  <p:gridSpacing cx="73152" cy="7315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Fernandes" userId="32a03389372ee1af" providerId="LiveId" clId="{05EC5ABA-2B48-4355-B9D8-4278491CAC10}"/>
    <pc:docChg chg="undo redo custSel mod addSld delSld modSld sldOrd modMainMaster modSection">
      <pc:chgData name="Keith Fernandes" userId="32a03389372ee1af" providerId="LiveId" clId="{05EC5ABA-2B48-4355-B9D8-4278491CAC10}" dt="2026-02-14T05:32:52.113" v="1668" actId="1076"/>
      <pc:docMkLst>
        <pc:docMk/>
      </pc:docMkLst>
      <pc:sldChg chg="addSp delSp modSp mod">
        <pc:chgData name="Keith Fernandes" userId="32a03389372ee1af" providerId="LiveId" clId="{05EC5ABA-2B48-4355-B9D8-4278491CAC10}" dt="2026-02-14T05:32:52.113" v="1668" actId="1076"/>
        <pc:sldMkLst>
          <pc:docMk/>
          <pc:sldMk cId="3602783807" sldId="535"/>
        </pc:sldMkLst>
        <pc:spChg chg="add del">
          <ac:chgData name="Keith Fernandes" userId="32a03389372ee1af" providerId="LiveId" clId="{05EC5ABA-2B48-4355-B9D8-4278491CAC10}" dt="2026-02-14T01:49:36.374" v="257" actId="478"/>
          <ac:spMkLst>
            <pc:docMk/>
            <pc:sldMk cId="3602783807" sldId="535"/>
            <ac:spMk id="4" creationId="{4EA4FC3C-F512-829C-A6C0-7FE3E59C56FE}"/>
          </ac:spMkLst>
        </pc:spChg>
        <pc:spChg chg="mod">
          <ac:chgData name="Keith Fernandes" userId="32a03389372ee1af" providerId="LiveId" clId="{05EC5ABA-2B48-4355-B9D8-4278491CAC10}" dt="2026-02-14T05:32:38.187" v="1667" actId="20577"/>
          <ac:spMkLst>
            <pc:docMk/>
            <pc:sldMk cId="3602783807" sldId="535"/>
            <ac:spMk id="9" creationId="{D0AA5506-64E5-E8C2-BD01-87CF2503E7F2}"/>
          </ac:spMkLst>
        </pc:spChg>
        <pc:spChg chg="mod">
          <ac:chgData name="Keith Fernandes" userId="32a03389372ee1af" providerId="LiveId" clId="{05EC5ABA-2B48-4355-B9D8-4278491CAC10}" dt="2026-02-14T05:30:49.663" v="1652" actId="14100"/>
          <ac:spMkLst>
            <pc:docMk/>
            <pc:sldMk cId="3602783807" sldId="535"/>
            <ac:spMk id="11" creationId="{E12909F9-8CAE-65B4-2EA2-AA70A9645669}"/>
          </ac:spMkLst>
        </pc:spChg>
        <pc:spChg chg="mod">
          <ac:chgData name="Keith Fernandes" userId="32a03389372ee1af" providerId="LiveId" clId="{05EC5ABA-2B48-4355-B9D8-4278491CAC10}" dt="2026-02-14T05:32:52.113" v="1668" actId="1076"/>
          <ac:spMkLst>
            <pc:docMk/>
            <pc:sldMk cId="3602783807" sldId="535"/>
            <ac:spMk id="22" creationId="{883A1890-8B94-35DB-4C32-8A5A2D4FE3EB}"/>
          </ac:spMkLst>
        </pc:spChg>
        <pc:grpChg chg="add del mod">
          <ac:chgData name="Keith Fernandes" userId="32a03389372ee1af" providerId="LiveId" clId="{05EC5ABA-2B48-4355-B9D8-4278491CAC10}" dt="2026-02-14T01:50:30.921" v="260" actId="478"/>
          <ac:grpSpMkLst>
            <pc:docMk/>
            <pc:sldMk cId="3602783807" sldId="535"/>
            <ac:grpSpMk id="19" creationId="{750153C1-BAED-E321-30BE-2CB6E9B73329}"/>
          </ac:grpSpMkLst>
        </pc:grpChg>
        <pc:picChg chg="add mod ord modCrop">
          <ac:chgData name="Keith Fernandes" userId="32a03389372ee1af" providerId="LiveId" clId="{05EC5ABA-2B48-4355-B9D8-4278491CAC10}" dt="2026-02-14T05:32:23.075" v="1663" actId="18131"/>
          <ac:picMkLst>
            <pc:docMk/>
            <pc:sldMk cId="3602783807" sldId="535"/>
            <ac:picMk id="3" creationId="{92DC56E5-5F68-A5EB-4DC7-38500693DFFD}"/>
          </ac:picMkLst>
        </pc:picChg>
        <pc:picChg chg="add del mod">
          <ac:chgData name="Keith Fernandes" userId="32a03389372ee1af" providerId="LiveId" clId="{05EC5ABA-2B48-4355-B9D8-4278491CAC10}" dt="2026-02-14T05:31:18.770" v="1654" actId="478"/>
          <ac:picMkLst>
            <pc:docMk/>
            <pc:sldMk cId="3602783807" sldId="535"/>
            <ac:picMk id="5" creationId="{02A9B5BE-8721-DE48-D2AE-0DB1D3C8A7FC}"/>
          </ac:picMkLst>
        </pc:picChg>
        <pc:picChg chg="add del mod topLvl">
          <ac:chgData name="Keith Fernandes" userId="32a03389372ee1af" providerId="LiveId" clId="{05EC5ABA-2B48-4355-B9D8-4278491CAC10}" dt="2026-02-14T01:50:30.921" v="260" actId="478"/>
          <ac:picMkLst>
            <pc:docMk/>
            <pc:sldMk cId="3602783807" sldId="535"/>
            <ac:picMk id="20" creationId="{D2DC23AA-2787-BEDA-A009-408D47215927}"/>
          </ac:picMkLst>
        </pc:picChg>
        <pc:picChg chg="del mod topLvl">
          <ac:chgData name="Keith Fernandes" userId="32a03389372ee1af" providerId="LiveId" clId="{05EC5ABA-2B48-4355-B9D8-4278491CAC10}" dt="2026-02-14T01:50:35.008" v="261" actId="478"/>
          <ac:picMkLst>
            <pc:docMk/>
            <pc:sldMk cId="3602783807" sldId="535"/>
            <ac:picMk id="21" creationId="{A537BBD9-FF20-009B-3854-9C7003673AFE}"/>
          </ac:picMkLst>
        </pc:picChg>
      </pc:sldChg>
      <pc:sldChg chg="addSp delSp modSp mod">
        <pc:chgData name="Keith Fernandes" userId="32a03389372ee1af" providerId="LiveId" clId="{05EC5ABA-2B48-4355-B9D8-4278491CAC10}" dt="2026-02-14T05:19:52.347" v="1604" actId="403"/>
        <pc:sldMkLst>
          <pc:docMk/>
          <pc:sldMk cId="3335845001" sldId="543"/>
        </pc:sldMkLst>
        <pc:spChg chg="mod">
          <ac:chgData name="Keith Fernandes" userId="32a03389372ee1af" providerId="LiveId" clId="{05EC5ABA-2B48-4355-B9D8-4278491CAC10}" dt="2026-02-14T05:19:27.699" v="1598" actId="164"/>
          <ac:spMkLst>
            <pc:docMk/>
            <pc:sldMk cId="3335845001" sldId="543"/>
            <ac:spMk id="2" creationId="{1ECEBC90-B7E2-BD41-9EC1-53E5CE82AB06}"/>
          </ac:spMkLst>
        </pc:spChg>
        <pc:spChg chg="mod">
          <ac:chgData name="Keith Fernandes" userId="32a03389372ee1af" providerId="LiveId" clId="{05EC5ABA-2B48-4355-B9D8-4278491CAC10}" dt="2026-02-14T05:19:52.347" v="1604" actId="403"/>
          <ac:spMkLst>
            <pc:docMk/>
            <pc:sldMk cId="3335845001" sldId="543"/>
            <ac:spMk id="3" creationId="{1DB6D522-969C-3AF5-3C6B-2957C7F276C6}"/>
          </ac:spMkLst>
        </pc:spChg>
        <pc:spChg chg="del mod">
          <ac:chgData name="Keith Fernandes" userId="32a03389372ee1af" providerId="LiveId" clId="{05EC5ABA-2B48-4355-B9D8-4278491CAC10}" dt="2026-02-14T05:14:28.606" v="1531" actId="478"/>
          <ac:spMkLst>
            <pc:docMk/>
            <pc:sldMk cId="3335845001" sldId="543"/>
            <ac:spMk id="5" creationId="{7D238C74-A964-7203-7F83-51B56EB5F092}"/>
          </ac:spMkLst>
        </pc:spChg>
        <pc:spChg chg="add mod">
          <ac:chgData name="Keith Fernandes" userId="32a03389372ee1af" providerId="LiveId" clId="{05EC5ABA-2B48-4355-B9D8-4278491CAC10}" dt="2026-02-14T05:17:44.828" v="1561" actId="14100"/>
          <ac:spMkLst>
            <pc:docMk/>
            <pc:sldMk cId="3335845001" sldId="543"/>
            <ac:spMk id="6" creationId="{BFA59E3A-0395-BD48-A32B-1981416D3D96}"/>
          </ac:spMkLst>
        </pc:spChg>
        <pc:spChg chg="add mod">
          <ac:chgData name="Keith Fernandes" userId="32a03389372ee1af" providerId="LiveId" clId="{05EC5ABA-2B48-4355-B9D8-4278491CAC10}" dt="2026-02-14T05:19:32.192" v="1599"/>
          <ac:spMkLst>
            <pc:docMk/>
            <pc:sldMk cId="3335845001" sldId="543"/>
            <ac:spMk id="12" creationId="{D0228344-F3C6-9FBD-2990-8B47BB5F4EF3}"/>
          </ac:spMkLst>
        </pc:spChg>
        <pc:spChg chg="add del mod">
          <ac:chgData name="Keith Fernandes" userId="32a03389372ee1af" providerId="LiveId" clId="{05EC5ABA-2B48-4355-B9D8-4278491CAC10}" dt="2026-02-14T05:17:49.887" v="1563" actId="478"/>
          <ac:spMkLst>
            <pc:docMk/>
            <pc:sldMk cId="3335845001" sldId="543"/>
            <ac:spMk id="14" creationId="{B59BEC72-083B-1709-FB84-97D702BA180D}"/>
          </ac:spMkLst>
        </pc:spChg>
        <pc:spChg chg="mod">
          <ac:chgData name="Keith Fernandes" userId="32a03389372ee1af" providerId="LiveId" clId="{05EC5ABA-2B48-4355-B9D8-4278491CAC10}" dt="2026-02-14T05:19:32.192" v="1599"/>
          <ac:spMkLst>
            <pc:docMk/>
            <pc:sldMk cId="3335845001" sldId="543"/>
            <ac:spMk id="15" creationId="{ADACF879-4EB2-CEA9-FCF3-2ADAEAF80970}"/>
          </ac:spMkLst>
        </pc:spChg>
        <pc:spChg chg="add del mod">
          <ac:chgData name="Keith Fernandes" userId="32a03389372ee1af" providerId="LiveId" clId="{05EC5ABA-2B48-4355-B9D8-4278491CAC10}" dt="2026-02-14T05:19:40.674" v="1601" actId="478"/>
          <ac:spMkLst>
            <pc:docMk/>
            <pc:sldMk cId="3335845001" sldId="543"/>
            <ac:spMk id="17" creationId="{0F77FD40-39EC-CE70-F83C-1752F6AA88ED}"/>
          </ac:spMkLst>
        </pc:spChg>
        <pc:spChg chg="del mod topLvl">
          <ac:chgData name="Keith Fernandes" userId="32a03389372ee1af" providerId="LiveId" clId="{05EC5ABA-2B48-4355-B9D8-4278491CAC10}" dt="2026-02-14T05:19:47.114" v="1603" actId="478"/>
          <ac:spMkLst>
            <pc:docMk/>
            <pc:sldMk cId="3335845001" sldId="543"/>
            <ac:spMk id="19" creationId="{D0302CD8-B379-6EEE-9A96-D379DACDA6C3}"/>
          </ac:spMkLst>
        </pc:spChg>
        <pc:grpChg chg="add mod">
          <ac:chgData name="Keith Fernandes" userId="32a03389372ee1af" providerId="LiveId" clId="{05EC5ABA-2B48-4355-B9D8-4278491CAC10}" dt="2026-02-14T05:19:27.699" v="1598" actId="164"/>
          <ac:grpSpMkLst>
            <pc:docMk/>
            <pc:sldMk cId="3335845001" sldId="543"/>
            <ac:grpSpMk id="11" creationId="{8FF71C8B-9D16-5D5B-7029-080622492A94}"/>
          </ac:grpSpMkLst>
        </pc:grpChg>
        <pc:grpChg chg="add mod">
          <ac:chgData name="Keith Fernandes" userId="32a03389372ee1af" providerId="LiveId" clId="{05EC5ABA-2B48-4355-B9D8-4278491CAC10}" dt="2026-02-14T05:19:32.192" v="1599"/>
          <ac:grpSpMkLst>
            <pc:docMk/>
            <pc:sldMk cId="3335845001" sldId="543"/>
            <ac:grpSpMk id="13" creationId="{5DE3FE1D-A6A1-F312-0448-EB52E7DD3E1A}"/>
          </ac:grpSpMkLst>
        </pc:grpChg>
        <pc:grpChg chg="add del mod">
          <ac:chgData name="Keith Fernandes" userId="32a03389372ee1af" providerId="LiveId" clId="{05EC5ABA-2B48-4355-B9D8-4278491CAC10}" dt="2026-02-14T05:19:47.114" v="1603" actId="478"/>
          <ac:grpSpMkLst>
            <pc:docMk/>
            <pc:sldMk cId="3335845001" sldId="543"/>
            <ac:grpSpMk id="18" creationId="{D0AF6061-654C-0D84-B18A-6C43C5BC1742}"/>
          </ac:grpSpMkLst>
        </pc:grpChg>
        <pc:picChg chg="del mod">
          <ac:chgData name="Keith Fernandes" userId="32a03389372ee1af" providerId="LiveId" clId="{05EC5ABA-2B48-4355-B9D8-4278491CAC10}" dt="2026-02-14T05:16:11.883" v="1553" actId="21"/>
          <ac:picMkLst>
            <pc:docMk/>
            <pc:sldMk cId="3335845001" sldId="543"/>
            <ac:picMk id="4" creationId="{3212B36B-9CCC-F5E6-836D-02268FFF19F1}"/>
          </ac:picMkLst>
        </pc:picChg>
        <pc:picChg chg="add mod">
          <ac:chgData name="Keith Fernandes" userId="32a03389372ee1af" providerId="LiveId" clId="{05EC5ABA-2B48-4355-B9D8-4278491CAC10}" dt="2026-02-14T05:19:27.699" v="1598" actId="164"/>
          <ac:picMkLst>
            <pc:docMk/>
            <pc:sldMk cId="3335845001" sldId="543"/>
            <ac:picMk id="8" creationId="{101C1EC8-8ED2-6632-EFE9-A7000F493A3F}"/>
          </ac:picMkLst>
        </pc:picChg>
        <pc:picChg chg="add del mod">
          <ac:chgData name="Keith Fernandes" userId="32a03389372ee1af" providerId="LiveId" clId="{05EC5ABA-2B48-4355-B9D8-4278491CAC10}" dt="2026-02-14T05:18:37.050" v="1569" actId="478"/>
          <ac:picMkLst>
            <pc:docMk/>
            <pc:sldMk cId="3335845001" sldId="543"/>
            <ac:picMk id="10" creationId="{60F6600E-B8F0-0C93-344F-3B2D50524870}"/>
          </ac:picMkLst>
        </pc:picChg>
        <pc:picChg chg="mod">
          <ac:chgData name="Keith Fernandes" userId="32a03389372ee1af" providerId="LiveId" clId="{05EC5ABA-2B48-4355-B9D8-4278491CAC10}" dt="2026-02-14T05:19:32.192" v="1599"/>
          <ac:picMkLst>
            <pc:docMk/>
            <pc:sldMk cId="3335845001" sldId="543"/>
            <ac:picMk id="16" creationId="{953F1187-BD31-0356-1B9C-9CD68CD058F4}"/>
          </ac:picMkLst>
        </pc:picChg>
        <pc:picChg chg="del mod topLvl">
          <ac:chgData name="Keith Fernandes" userId="32a03389372ee1af" providerId="LiveId" clId="{05EC5ABA-2B48-4355-B9D8-4278491CAC10}" dt="2026-02-14T05:19:47.114" v="1603" actId="478"/>
          <ac:picMkLst>
            <pc:docMk/>
            <pc:sldMk cId="3335845001" sldId="543"/>
            <ac:picMk id="20" creationId="{C25846B6-9D3E-3D4C-6A5A-139AE2A19416}"/>
          </ac:picMkLst>
        </pc:picChg>
      </pc:sldChg>
      <pc:sldChg chg="addSp delSp modSp mod">
        <pc:chgData name="Keith Fernandes" userId="32a03389372ee1af" providerId="LiveId" clId="{05EC5ABA-2B48-4355-B9D8-4278491CAC10}" dt="2026-02-14T05:08:35.416" v="1444" actId="20577"/>
        <pc:sldMkLst>
          <pc:docMk/>
          <pc:sldMk cId="557872112" sldId="567"/>
        </pc:sldMkLst>
        <pc:spChg chg="del">
          <ac:chgData name="Keith Fernandes" userId="32a03389372ee1af" providerId="LiveId" clId="{05EC5ABA-2B48-4355-B9D8-4278491CAC10}" dt="2026-02-14T01:43:59.892" v="202" actId="478"/>
          <ac:spMkLst>
            <pc:docMk/>
            <pc:sldMk cId="557872112" sldId="567"/>
            <ac:spMk id="2" creationId="{67DCDCE9-B413-3408-1FB2-08EBF4A384C7}"/>
          </ac:spMkLst>
        </pc:spChg>
        <pc:spChg chg="del">
          <ac:chgData name="Keith Fernandes" userId="32a03389372ee1af" providerId="LiveId" clId="{05EC5ABA-2B48-4355-B9D8-4278491CAC10}" dt="2026-02-14T01:43:59.892" v="202" actId="478"/>
          <ac:spMkLst>
            <pc:docMk/>
            <pc:sldMk cId="557872112" sldId="567"/>
            <ac:spMk id="3" creationId="{18BA32A2-C651-7816-0562-58C5D31215E8}"/>
          </ac:spMkLst>
        </pc:spChg>
        <pc:spChg chg="add del">
          <ac:chgData name="Keith Fernandes" userId="32a03389372ee1af" providerId="LiveId" clId="{05EC5ABA-2B48-4355-B9D8-4278491CAC10}" dt="2026-02-14T02:48:50.274" v="945" actId="22"/>
          <ac:spMkLst>
            <pc:docMk/>
            <pc:sldMk cId="557872112" sldId="567"/>
            <ac:spMk id="3" creationId="{C01D1787-2F75-15F5-9134-8FD6A6EA6892}"/>
          </ac:spMkLst>
        </pc:spChg>
        <pc:spChg chg="del mod">
          <ac:chgData name="Keith Fernandes" userId="32a03389372ee1af" providerId="LiveId" clId="{05EC5ABA-2B48-4355-B9D8-4278491CAC10}" dt="2026-02-14T02:46:11.483" v="918" actId="478"/>
          <ac:spMkLst>
            <pc:docMk/>
            <pc:sldMk cId="557872112" sldId="567"/>
            <ac:spMk id="4" creationId="{3D336AF4-E493-10FF-76A0-C3D63E938FFF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557872112" sldId="567"/>
            <ac:spMk id="5" creationId="{8FD685C9-A450-B0BD-53B4-0FA9D8996D50}"/>
          </ac:spMkLst>
        </pc:spChg>
        <pc:spChg chg="del">
          <ac:chgData name="Keith Fernandes" userId="32a03389372ee1af" providerId="LiveId" clId="{05EC5ABA-2B48-4355-B9D8-4278491CAC10}" dt="2026-02-14T01:43:59.892" v="202" actId="478"/>
          <ac:spMkLst>
            <pc:docMk/>
            <pc:sldMk cId="557872112" sldId="567"/>
            <ac:spMk id="6" creationId="{909EF9AC-A894-FC75-BF78-169BC9CE7524}"/>
          </ac:spMkLst>
        </pc:spChg>
        <pc:spChg chg="add del mod">
          <ac:chgData name="Keith Fernandes" userId="32a03389372ee1af" providerId="LiveId" clId="{05EC5ABA-2B48-4355-B9D8-4278491CAC10}" dt="2026-02-14T01:44:02.409" v="203" actId="478"/>
          <ac:spMkLst>
            <pc:docMk/>
            <pc:sldMk cId="557872112" sldId="567"/>
            <ac:spMk id="8" creationId="{A58047F2-17E6-CBF0-B8A0-FC5F46007A1F}"/>
          </ac:spMkLst>
        </pc:spChg>
        <pc:spChg chg="add del mod">
          <ac:chgData name="Keith Fernandes" userId="32a03389372ee1af" providerId="LiveId" clId="{05EC5ABA-2B48-4355-B9D8-4278491CAC10}" dt="2026-02-14T01:44:02.409" v="203" actId="478"/>
          <ac:spMkLst>
            <pc:docMk/>
            <pc:sldMk cId="557872112" sldId="567"/>
            <ac:spMk id="10" creationId="{F265497D-14E8-5AAF-5ACF-DCA2FE6ED5AB}"/>
          </ac:spMkLst>
        </pc:spChg>
        <pc:spChg chg="add del mod">
          <ac:chgData name="Keith Fernandes" userId="32a03389372ee1af" providerId="LiveId" clId="{05EC5ABA-2B48-4355-B9D8-4278491CAC10}" dt="2026-02-14T01:44:02.409" v="203" actId="478"/>
          <ac:spMkLst>
            <pc:docMk/>
            <pc:sldMk cId="557872112" sldId="567"/>
            <ac:spMk id="12" creationId="{37647FAE-9CFF-D1F1-E241-33726CFB0040}"/>
          </ac:spMkLst>
        </pc:spChg>
        <pc:spChg chg="add mod">
          <ac:chgData name="Keith Fernandes" userId="32a03389372ee1af" providerId="LiveId" clId="{05EC5ABA-2B48-4355-B9D8-4278491CAC10}" dt="2026-02-14T05:08:35.416" v="1444" actId="20577"/>
          <ac:spMkLst>
            <pc:docMk/>
            <pc:sldMk cId="557872112" sldId="567"/>
            <ac:spMk id="13" creationId="{3AA52722-193D-F4B7-EC68-194B153579FD}"/>
          </ac:spMkLst>
        </pc:spChg>
        <pc:spChg chg="add mod">
          <ac:chgData name="Keith Fernandes" userId="32a03389372ee1af" providerId="LiveId" clId="{05EC5ABA-2B48-4355-B9D8-4278491CAC10}" dt="2026-02-14T03:02:53.712" v="1005" actId="113"/>
          <ac:spMkLst>
            <pc:docMk/>
            <pc:sldMk cId="557872112" sldId="567"/>
            <ac:spMk id="14" creationId="{E7CA6FB0-9929-DA12-D3B4-E6D8EED196BA}"/>
          </ac:spMkLst>
        </pc:spChg>
        <pc:spChg chg="add mod">
          <ac:chgData name="Keith Fernandes" userId="32a03389372ee1af" providerId="LiveId" clId="{05EC5ABA-2B48-4355-B9D8-4278491CAC10}" dt="2026-02-14T03:02:55.272" v="1009"/>
          <ac:spMkLst>
            <pc:docMk/>
            <pc:sldMk cId="557872112" sldId="567"/>
            <ac:spMk id="15" creationId="{3CB956C2-C7F5-0C58-5B1F-2CE9EA819E6F}"/>
          </ac:spMkLst>
        </pc:spChg>
        <pc:picChg chg="add mod modCrop">
          <ac:chgData name="Keith Fernandes" userId="32a03389372ee1af" providerId="LiveId" clId="{05EC5ABA-2B48-4355-B9D8-4278491CAC10}" dt="2026-02-14T03:02:59.122" v="1011" actId="14100"/>
          <ac:picMkLst>
            <pc:docMk/>
            <pc:sldMk cId="557872112" sldId="567"/>
            <ac:picMk id="7" creationId="{D6A57151-AB49-34C0-AC8B-E033C86E5E30}"/>
          </ac:picMkLst>
        </pc:picChg>
        <pc:picChg chg="add del mod modCrop">
          <ac:chgData name="Keith Fernandes" userId="32a03389372ee1af" providerId="LiveId" clId="{05EC5ABA-2B48-4355-B9D8-4278491CAC10}" dt="2026-02-14T03:00:40.639" v="982" actId="478"/>
          <ac:picMkLst>
            <pc:docMk/>
            <pc:sldMk cId="557872112" sldId="567"/>
            <ac:picMk id="9" creationId="{3FAC1AFA-E1E7-DC5C-BED9-FE4E17E21035}"/>
          </ac:picMkLst>
        </pc:picChg>
      </pc:sldChg>
      <pc:sldChg chg="modSp add del mod">
        <pc:chgData name="Keith Fernandes" userId="32a03389372ee1af" providerId="LiveId" clId="{05EC5ABA-2B48-4355-B9D8-4278491CAC10}" dt="2026-02-14T05:08:23.498" v="1440" actId="20577"/>
        <pc:sldMkLst>
          <pc:docMk/>
          <pc:sldMk cId="1056074301" sldId="600"/>
        </pc:sldMkLst>
        <pc:spChg chg="mod">
          <ac:chgData name="Keith Fernandes" userId="32a03389372ee1af" providerId="LiveId" clId="{05EC5ABA-2B48-4355-B9D8-4278491CAC10}" dt="2026-02-14T05:08:23.498" v="1440" actId="20577"/>
          <ac:spMkLst>
            <pc:docMk/>
            <pc:sldMk cId="1056074301" sldId="600"/>
            <ac:spMk id="2" creationId="{67DCDCE9-B413-3408-1FB2-08EBF4A384C7}"/>
          </ac:spMkLst>
        </pc:spChg>
        <pc:spChg chg="mod">
          <ac:chgData name="Keith Fernandes" userId="32a03389372ee1af" providerId="LiveId" clId="{05EC5ABA-2B48-4355-B9D8-4278491CAC10}" dt="2026-02-14T02:00:23.879" v="352" actId="20577"/>
          <ac:spMkLst>
            <pc:docMk/>
            <pc:sldMk cId="1056074301" sldId="600"/>
            <ac:spMk id="3" creationId="{18BA32A2-C651-7816-0562-58C5D31215E8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1056074301" sldId="600"/>
            <ac:spMk id="5" creationId="{8FD685C9-A450-B0BD-53B4-0FA9D8996D50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1056074301" sldId="600"/>
            <ac:spMk id="6" creationId="{909EF9AC-A894-FC75-BF78-169BC9CE7524}"/>
          </ac:spMkLst>
        </pc:spChg>
        <pc:spChg chg="mod">
          <ac:chgData name="Keith Fernandes" userId="32a03389372ee1af" providerId="LiveId" clId="{05EC5ABA-2B48-4355-B9D8-4278491CAC10}" dt="2026-02-14T01:57:33.669" v="329" actId="6549"/>
          <ac:spMkLst>
            <pc:docMk/>
            <pc:sldMk cId="1056074301" sldId="600"/>
            <ac:spMk id="7" creationId="{631357DA-A9C8-E213-43BA-533093BDFE7F}"/>
          </ac:spMkLst>
        </pc:spChg>
        <pc:spChg chg="mod">
          <ac:chgData name="Keith Fernandes" userId="32a03389372ee1af" providerId="LiveId" clId="{05EC5ABA-2B48-4355-B9D8-4278491CAC10}" dt="2026-02-14T01:55:28.938" v="311" actId="14100"/>
          <ac:spMkLst>
            <pc:docMk/>
            <pc:sldMk cId="1056074301" sldId="600"/>
            <ac:spMk id="8" creationId="{D7EBA38B-BA6A-DC01-D681-2849FF743F4D}"/>
          </ac:spMkLst>
        </pc:spChg>
        <pc:spChg chg="mod">
          <ac:chgData name="Keith Fernandes" userId="32a03389372ee1af" providerId="LiveId" clId="{05EC5ABA-2B48-4355-B9D8-4278491CAC10}" dt="2026-02-14T01:56:47.164" v="327" actId="2710"/>
          <ac:spMkLst>
            <pc:docMk/>
            <pc:sldMk cId="1056074301" sldId="600"/>
            <ac:spMk id="9" creationId="{1121233F-66A9-5E45-9F57-6C8E95763FB1}"/>
          </ac:spMkLst>
        </pc:spChg>
        <pc:spChg chg="mod">
          <ac:chgData name="Keith Fernandes" userId="32a03389372ee1af" providerId="LiveId" clId="{05EC5ABA-2B48-4355-B9D8-4278491CAC10}" dt="2026-02-14T01:56:44.248" v="326" actId="2710"/>
          <ac:spMkLst>
            <pc:docMk/>
            <pc:sldMk cId="1056074301" sldId="600"/>
            <ac:spMk id="10" creationId="{73C8617C-5F8D-F7FD-A227-A1C95167E768}"/>
          </ac:spMkLst>
        </pc:spChg>
        <pc:spChg chg="mod">
          <ac:chgData name="Keith Fernandes" userId="32a03389372ee1af" providerId="LiveId" clId="{05EC5ABA-2B48-4355-B9D8-4278491CAC10}" dt="2026-02-14T01:56:50.253" v="328" actId="2710"/>
          <ac:spMkLst>
            <pc:docMk/>
            <pc:sldMk cId="1056074301" sldId="600"/>
            <ac:spMk id="11" creationId="{3EE45E3B-41E4-38A3-6CD5-38E1057C400B}"/>
          </ac:spMkLst>
        </pc:spChg>
        <pc:spChg chg="mod">
          <ac:chgData name="Keith Fernandes" userId="32a03389372ee1af" providerId="LiveId" clId="{05EC5ABA-2B48-4355-B9D8-4278491CAC10}" dt="2026-02-14T01:55:28.938" v="311" actId="14100"/>
          <ac:spMkLst>
            <pc:docMk/>
            <pc:sldMk cId="1056074301" sldId="600"/>
            <ac:spMk id="12" creationId="{199FCA58-EEA0-26C8-7326-7E168EA5421E}"/>
          </ac:spMkLst>
        </pc:spChg>
        <pc:spChg chg="mod">
          <ac:chgData name="Keith Fernandes" userId="32a03389372ee1af" providerId="LiveId" clId="{05EC5ABA-2B48-4355-B9D8-4278491CAC10}" dt="2026-02-14T01:56:03.613" v="319" actId="1037"/>
          <ac:spMkLst>
            <pc:docMk/>
            <pc:sldMk cId="1056074301" sldId="600"/>
            <ac:spMk id="13" creationId="{54CA90AD-EA9B-453B-542F-8851C59DB6B0}"/>
          </ac:spMkLst>
        </pc:spChg>
        <pc:spChg chg="mod">
          <ac:chgData name="Keith Fernandes" userId="32a03389372ee1af" providerId="LiveId" clId="{05EC5ABA-2B48-4355-B9D8-4278491CAC10}" dt="2026-02-14T01:56:03.613" v="319" actId="1037"/>
          <ac:spMkLst>
            <pc:docMk/>
            <pc:sldMk cId="1056074301" sldId="600"/>
            <ac:spMk id="14" creationId="{D5B854C9-D770-5FFA-188C-49ECA8D8329B}"/>
          </ac:spMkLst>
        </pc:spChg>
      </pc:sldChg>
      <pc:sldChg chg="addSp delSp modSp mod">
        <pc:chgData name="Keith Fernandes" userId="32a03389372ee1af" providerId="LiveId" clId="{05EC5ABA-2B48-4355-B9D8-4278491CAC10}" dt="2026-02-14T03:11:56.752" v="1184" actId="403"/>
        <pc:sldMkLst>
          <pc:docMk/>
          <pc:sldMk cId="2838176318" sldId="615"/>
        </pc:sldMkLst>
        <pc:spChg chg="del">
          <ac:chgData name="Keith Fernandes" userId="32a03389372ee1af" providerId="LiveId" clId="{05EC5ABA-2B48-4355-B9D8-4278491CAC10}" dt="2026-02-14T01:45:12.783" v="218" actId="478"/>
          <ac:spMkLst>
            <pc:docMk/>
            <pc:sldMk cId="2838176318" sldId="615"/>
            <ac:spMk id="2" creationId="{67DCDCE9-B413-3408-1FB2-08EBF4A384C7}"/>
          </ac:spMkLst>
        </pc:spChg>
        <pc:spChg chg="del">
          <ac:chgData name="Keith Fernandes" userId="32a03389372ee1af" providerId="LiveId" clId="{05EC5ABA-2B48-4355-B9D8-4278491CAC10}" dt="2026-02-14T01:45:12.783" v="218" actId="478"/>
          <ac:spMkLst>
            <pc:docMk/>
            <pc:sldMk cId="2838176318" sldId="615"/>
            <ac:spMk id="3" creationId="{18BA32A2-C651-7816-0562-58C5D31215E8}"/>
          </ac:spMkLst>
        </pc:spChg>
        <pc:spChg chg="del mod">
          <ac:chgData name="Keith Fernandes" userId="32a03389372ee1af" providerId="LiveId" clId="{05EC5ABA-2B48-4355-B9D8-4278491CAC10}" dt="2026-02-14T03:04:43.342" v="1044" actId="478"/>
          <ac:spMkLst>
            <pc:docMk/>
            <pc:sldMk cId="2838176318" sldId="615"/>
            <ac:spMk id="4" creationId="{3D336AF4-E493-10FF-76A0-C3D63E938FFF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838176318" sldId="615"/>
            <ac:spMk id="5" creationId="{8FD685C9-A450-B0BD-53B4-0FA9D8996D50}"/>
          </ac:spMkLst>
        </pc:spChg>
        <pc:spChg chg="del">
          <ac:chgData name="Keith Fernandes" userId="32a03389372ee1af" providerId="LiveId" clId="{05EC5ABA-2B48-4355-B9D8-4278491CAC10}" dt="2026-02-14T01:45:12.783" v="218" actId="478"/>
          <ac:spMkLst>
            <pc:docMk/>
            <pc:sldMk cId="2838176318" sldId="615"/>
            <ac:spMk id="6" creationId="{909EF9AC-A894-FC75-BF78-169BC9CE7524}"/>
          </ac:spMkLst>
        </pc:spChg>
        <pc:spChg chg="mod">
          <ac:chgData name="Keith Fernandes" userId="32a03389372ee1af" providerId="LiveId" clId="{05EC5ABA-2B48-4355-B9D8-4278491CAC10}" dt="2026-02-14T03:11:56.752" v="1184" actId="403"/>
          <ac:spMkLst>
            <pc:docMk/>
            <pc:sldMk cId="2838176318" sldId="615"/>
            <ac:spMk id="7" creationId="{C555A8CB-2384-2EAA-0DAE-5BD5D3CA6FE9}"/>
          </ac:spMkLst>
        </pc:spChg>
        <pc:spChg chg="mod">
          <ac:chgData name="Keith Fernandes" userId="32a03389372ee1af" providerId="LiveId" clId="{05EC5ABA-2B48-4355-B9D8-4278491CAC10}" dt="2026-02-14T03:11:27.621" v="1179" actId="242"/>
          <ac:spMkLst>
            <pc:docMk/>
            <pc:sldMk cId="2838176318" sldId="615"/>
            <ac:spMk id="9" creationId="{873C3F82-E8ED-B779-406A-C7FA668D4A99}"/>
          </ac:spMkLst>
        </pc:spChg>
        <pc:spChg chg="del mod">
          <ac:chgData name="Keith Fernandes" userId="32a03389372ee1af" providerId="LiveId" clId="{05EC5ABA-2B48-4355-B9D8-4278491CAC10}" dt="2026-02-14T03:09:05.449" v="1154" actId="478"/>
          <ac:spMkLst>
            <pc:docMk/>
            <pc:sldMk cId="2838176318" sldId="615"/>
            <ac:spMk id="10" creationId="{A691375F-0AC6-FE60-286B-34BED239A9A7}"/>
          </ac:spMkLst>
        </pc:spChg>
        <pc:spChg chg="del">
          <ac:chgData name="Keith Fernandes" userId="32a03389372ee1af" providerId="LiveId" clId="{05EC5ABA-2B48-4355-B9D8-4278491CAC10}" dt="2026-02-14T03:04:40.532" v="1043" actId="478"/>
          <ac:spMkLst>
            <pc:docMk/>
            <pc:sldMk cId="2838176318" sldId="615"/>
            <ac:spMk id="12" creationId="{42A4EE94-749A-3DA0-D079-9DCE2B8CBF8D}"/>
          </ac:spMkLst>
        </pc:spChg>
        <pc:spChg chg="add del mod">
          <ac:chgData name="Keith Fernandes" userId="32a03389372ee1af" providerId="LiveId" clId="{05EC5ABA-2B48-4355-B9D8-4278491CAC10}" dt="2026-02-14T01:45:15.332" v="219" actId="478"/>
          <ac:spMkLst>
            <pc:docMk/>
            <pc:sldMk cId="2838176318" sldId="615"/>
            <ac:spMk id="13" creationId="{98567166-328F-8110-12D6-401175AC5485}"/>
          </ac:spMkLst>
        </pc:spChg>
        <pc:spChg chg="add del mod">
          <ac:chgData name="Keith Fernandes" userId="32a03389372ee1af" providerId="LiveId" clId="{05EC5ABA-2B48-4355-B9D8-4278491CAC10}" dt="2026-02-14T01:45:15.332" v="219" actId="478"/>
          <ac:spMkLst>
            <pc:docMk/>
            <pc:sldMk cId="2838176318" sldId="615"/>
            <ac:spMk id="15" creationId="{F7E1E5FF-DBE5-6D16-E623-37E59CACEEFE}"/>
          </ac:spMkLst>
        </pc:spChg>
        <pc:spChg chg="add del mod">
          <ac:chgData name="Keith Fernandes" userId="32a03389372ee1af" providerId="LiveId" clId="{05EC5ABA-2B48-4355-B9D8-4278491CAC10}" dt="2026-02-14T01:45:15.332" v="219" actId="478"/>
          <ac:spMkLst>
            <pc:docMk/>
            <pc:sldMk cId="2838176318" sldId="615"/>
            <ac:spMk id="17" creationId="{11A4A46B-9B28-021D-52F7-5C590B3FFE5E}"/>
          </ac:spMkLst>
        </pc:spChg>
        <pc:spChg chg="add mod">
          <ac:chgData name="Keith Fernandes" userId="32a03389372ee1af" providerId="LiveId" clId="{05EC5ABA-2B48-4355-B9D8-4278491CAC10}" dt="2026-02-14T03:11:45.246" v="1183" actId="113"/>
          <ac:spMkLst>
            <pc:docMk/>
            <pc:sldMk cId="2838176318" sldId="615"/>
            <ac:spMk id="18" creationId="{1839E498-80CC-D0CE-0C4E-5DF640CB1917}"/>
          </ac:spMkLst>
        </pc:spChg>
        <pc:spChg chg="add mod">
          <ac:chgData name="Keith Fernandes" userId="32a03389372ee1af" providerId="LiveId" clId="{05EC5ABA-2B48-4355-B9D8-4278491CAC10}" dt="2026-02-14T03:03:49.350" v="1029" actId="20577"/>
          <ac:spMkLst>
            <pc:docMk/>
            <pc:sldMk cId="2838176318" sldId="615"/>
            <ac:spMk id="19" creationId="{0077A614-7419-824F-AF43-9659A1EE467C}"/>
          </ac:spMkLst>
        </pc:spChg>
        <pc:spChg chg="add mod">
          <ac:chgData name="Keith Fernandes" userId="32a03389372ee1af" providerId="LiveId" clId="{05EC5ABA-2B48-4355-B9D8-4278491CAC10}" dt="2026-02-14T02:18:13.680" v="538"/>
          <ac:spMkLst>
            <pc:docMk/>
            <pc:sldMk cId="2838176318" sldId="615"/>
            <ac:spMk id="20" creationId="{1215EAB2-14C3-86F6-537C-7FB16F96AB66}"/>
          </ac:spMkLst>
        </pc:spChg>
        <pc:grpChg chg="add mod">
          <ac:chgData name="Keith Fernandes" userId="32a03389372ee1af" providerId="LiveId" clId="{05EC5ABA-2B48-4355-B9D8-4278491CAC10}" dt="2026-02-14T03:07:10.596" v="1121" actId="1076"/>
          <ac:grpSpMkLst>
            <pc:docMk/>
            <pc:sldMk cId="2838176318" sldId="615"/>
            <ac:grpSpMk id="6" creationId="{905EF915-0CF2-365A-E48D-4A1471AF6EB5}"/>
          </ac:grpSpMkLst>
        </pc:grpChg>
        <pc:graphicFrameChg chg="del mod">
          <ac:chgData name="Keith Fernandes" userId="32a03389372ee1af" providerId="LiveId" clId="{05EC5ABA-2B48-4355-B9D8-4278491CAC10}" dt="2026-02-14T03:04:32.842" v="1041" actId="478"/>
          <ac:graphicFrameMkLst>
            <pc:docMk/>
            <pc:sldMk cId="2838176318" sldId="615"/>
            <ac:graphicFrameMk id="8" creationId="{6B174B89-767B-1D9D-89FD-F261E74ECF43}"/>
          </ac:graphicFrameMkLst>
        </pc:graphicFrameChg>
        <pc:picChg chg="add mod modCrop">
          <ac:chgData name="Keith Fernandes" userId="32a03389372ee1af" providerId="LiveId" clId="{05EC5ABA-2B48-4355-B9D8-4278491CAC10}" dt="2026-02-14T03:07:15.119" v="1122" actId="1076"/>
          <ac:picMkLst>
            <pc:docMk/>
            <pc:sldMk cId="2838176318" sldId="615"/>
            <ac:picMk id="3" creationId="{E2418277-AAE4-0EBC-946D-19CC099E3CAE}"/>
          </ac:picMkLst>
        </pc:picChg>
      </pc:sldChg>
      <pc:sldChg chg="addSp delSp modSp del mod">
        <pc:chgData name="Keith Fernandes" userId="32a03389372ee1af" providerId="LiveId" clId="{05EC5ABA-2B48-4355-B9D8-4278491CAC10}" dt="2026-02-14T02:40:19.582" v="887" actId="47"/>
        <pc:sldMkLst>
          <pc:docMk/>
          <pc:sldMk cId="83979334" sldId="659"/>
        </pc:sldMkLst>
        <pc:spChg chg="del">
          <ac:chgData name="Keith Fernandes" userId="32a03389372ee1af" providerId="LiveId" clId="{05EC5ABA-2B48-4355-B9D8-4278491CAC10}" dt="2026-02-14T01:40:27.180" v="155" actId="478"/>
          <ac:spMkLst>
            <pc:docMk/>
            <pc:sldMk cId="83979334" sldId="659"/>
            <ac:spMk id="2" creationId="{DBE79A04-84CB-6543-D26E-05773FCF521F}"/>
          </ac:spMkLst>
        </pc:spChg>
        <pc:spChg chg="del">
          <ac:chgData name="Keith Fernandes" userId="32a03389372ee1af" providerId="LiveId" clId="{05EC5ABA-2B48-4355-B9D8-4278491CAC10}" dt="2026-02-14T01:40:27.180" v="155" actId="478"/>
          <ac:spMkLst>
            <pc:docMk/>
            <pc:sldMk cId="83979334" sldId="659"/>
            <ac:spMk id="3" creationId="{3C3BDB25-DADC-11D1-57AA-9B3257BF0252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83979334" sldId="659"/>
            <ac:spMk id="4" creationId="{94D0CBCB-070E-6BF6-AFB5-B394C67484E0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83979334" sldId="659"/>
            <ac:spMk id="5" creationId="{A98FBEB0-5DD0-335E-50B1-C4C6D359105A}"/>
          </ac:spMkLst>
        </pc:spChg>
        <pc:spChg chg="del">
          <ac:chgData name="Keith Fernandes" userId="32a03389372ee1af" providerId="LiveId" clId="{05EC5ABA-2B48-4355-B9D8-4278491CAC10}" dt="2026-02-14T01:43:50.167" v="200" actId="478"/>
          <ac:spMkLst>
            <pc:docMk/>
            <pc:sldMk cId="83979334" sldId="659"/>
            <ac:spMk id="6" creationId="{1511FEC3-10F7-8482-95CA-9959EA0C91E9}"/>
          </ac:spMkLst>
        </pc:spChg>
        <pc:spChg chg="add del mod">
          <ac:chgData name="Keith Fernandes" userId="32a03389372ee1af" providerId="LiveId" clId="{05EC5ABA-2B48-4355-B9D8-4278491CAC10}" dt="2026-02-14T01:40:29.248" v="156" actId="478"/>
          <ac:spMkLst>
            <pc:docMk/>
            <pc:sldMk cId="83979334" sldId="659"/>
            <ac:spMk id="8" creationId="{8658460C-B80E-DAAE-A410-A03D263A8143}"/>
          </ac:spMkLst>
        </pc:spChg>
        <pc:spChg chg="mod">
          <ac:chgData name="Keith Fernandes" userId="32a03389372ee1af" providerId="LiveId" clId="{05EC5ABA-2B48-4355-B9D8-4278491CAC10}" dt="2026-02-14T02:08:59.532" v="415" actId="1035"/>
          <ac:spMkLst>
            <pc:docMk/>
            <pc:sldMk cId="83979334" sldId="659"/>
            <ac:spMk id="10" creationId="{3B490E15-D3A4-CD2E-935F-1F569C9AFFFC}"/>
          </ac:spMkLst>
        </pc:spChg>
        <pc:spChg chg="add del mod">
          <ac:chgData name="Keith Fernandes" userId="32a03389372ee1af" providerId="LiveId" clId="{05EC5ABA-2B48-4355-B9D8-4278491CAC10}" dt="2026-02-14T01:40:29.248" v="156" actId="478"/>
          <ac:spMkLst>
            <pc:docMk/>
            <pc:sldMk cId="83979334" sldId="659"/>
            <ac:spMk id="13" creationId="{55E2E63D-15FB-2D01-3715-1ED01ED23965}"/>
          </ac:spMkLst>
        </pc:spChg>
        <pc:spChg chg="mod">
          <ac:chgData name="Keith Fernandes" userId="32a03389372ee1af" providerId="LiveId" clId="{05EC5ABA-2B48-4355-B9D8-4278491CAC10}" dt="2026-02-14T02:08:59.532" v="415" actId="1035"/>
          <ac:spMkLst>
            <pc:docMk/>
            <pc:sldMk cId="83979334" sldId="659"/>
            <ac:spMk id="14" creationId="{B27E9285-9554-5610-EA30-0BA3121787CA}"/>
          </ac:spMkLst>
        </pc:spChg>
        <pc:spChg chg="add del mod">
          <ac:chgData name="Keith Fernandes" userId="32a03389372ee1af" providerId="LiveId" clId="{05EC5ABA-2B48-4355-B9D8-4278491CAC10}" dt="2026-02-14T01:43:55.945" v="201" actId="478"/>
          <ac:spMkLst>
            <pc:docMk/>
            <pc:sldMk cId="83979334" sldId="659"/>
            <ac:spMk id="18" creationId="{4FB907AE-A9BE-ADC2-21D9-C8CD1CD1D6D6}"/>
          </ac:spMkLst>
        </pc:spChg>
        <pc:spChg chg="add mod">
          <ac:chgData name="Keith Fernandes" userId="32a03389372ee1af" providerId="LiveId" clId="{05EC5ABA-2B48-4355-B9D8-4278491CAC10}" dt="2026-02-14T02:00:03.215" v="348" actId="20577"/>
          <ac:spMkLst>
            <pc:docMk/>
            <pc:sldMk cId="83979334" sldId="659"/>
            <ac:spMk id="19" creationId="{A98B9B7D-ED24-722F-9923-E28864D99DB7}"/>
          </ac:spMkLst>
        </pc:spChg>
        <pc:spChg chg="add mod">
          <ac:chgData name="Keith Fernandes" userId="32a03389372ee1af" providerId="LiveId" clId="{05EC5ABA-2B48-4355-B9D8-4278491CAC10}" dt="2026-02-14T02:00:48.671" v="356" actId="113"/>
          <ac:spMkLst>
            <pc:docMk/>
            <pc:sldMk cId="83979334" sldId="659"/>
            <ac:spMk id="20" creationId="{DCD54D71-BCB8-76B9-2579-5779292C65EB}"/>
          </ac:spMkLst>
        </pc:spChg>
        <pc:spChg chg="add mod">
          <ac:chgData name="Keith Fernandes" userId="32a03389372ee1af" providerId="LiveId" clId="{05EC5ABA-2B48-4355-B9D8-4278491CAC10}" dt="2026-02-14T02:18:13.680" v="538"/>
          <ac:spMkLst>
            <pc:docMk/>
            <pc:sldMk cId="83979334" sldId="659"/>
            <ac:spMk id="21" creationId="{F00CB401-31AE-10FF-F4E3-C47F9E70A87E}"/>
          </ac:spMkLst>
        </pc:spChg>
        <pc:spChg chg="mod">
          <ac:chgData name="Keith Fernandes" userId="32a03389372ee1af" providerId="LiveId" clId="{05EC5ABA-2B48-4355-B9D8-4278491CAC10}" dt="2026-02-14T02:08:59.532" v="415" actId="1035"/>
          <ac:spMkLst>
            <pc:docMk/>
            <pc:sldMk cId="83979334" sldId="659"/>
            <ac:spMk id="23" creationId="{8CD68417-18F3-DDD7-1532-41AD14928870}"/>
          </ac:spMkLst>
        </pc:spChg>
        <pc:spChg chg="add del mod ord">
          <ac:chgData name="Keith Fernandes" userId="32a03389372ee1af" providerId="LiveId" clId="{05EC5ABA-2B48-4355-B9D8-4278491CAC10}" dt="2026-02-14T02:10:27.628" v="441" actId="478"/>
          <ac:spMkLst>
            <pc:docMk/>
            <pc:sldMk cId="83979334" sldId="659"/>
            <ac:spMk id="27" creationId="{5D31E0CB-733A-E36C-7C96-1C0FB26F18D5}"/>
          </ac:spMkLst>
        </pc:spChg>
        <pc:spChg chg="add del mod">
          <ac:chgData name="Keith Fernandes" userId="32a03389372ee1af" providerId="LiveId" clId="{05EC5ABA-2B48-4355-B9D8-4278491CAC10}" dt="2026-02-14T02:15:02.642" v="496" actId="478"/>
          <ac:spMkLst>
            <pc:docMk/>
            <pc:sldMk cId="83979334" sldId="659"/>
            <ac:spMk id="28" creationId="{631BBE05-B343-A066-E456-50B9255CCF8F}"/>
          </ac:spMkLst>
        </pc:spChg>
        <pc:spChg chg="add del mod">
          <ac:chgData name="Keith Fernandes" userId="32a03389372ee1af" providerId="LiveId" clId="{05EC5ABA-2B48-4355-B9D8-4278491CAC10}" dt="2026-02-14T02:15:02.642" v="496" actId="478"/>
          <ac:spMkLst>
            <pc:docMk/>
            <pc:sldMk cId="83979334" sldId="659"/>
            <ac:spMk id="29" creationId="{4D06746A-9907-128C-68AD-1B93C8A7B709}"/>
          </ac:spMkLst>
        </pc:spChg>
        <pc:spChg chg="mod">
          <ac:chgData name="Keith Fernandes" userId="32a03389372ee1af" providerId="LiveId" clId="{05EC5ABA-2B48-4355-B9D8-4278491CAC10}" dt="2026-02-14T02:08:59.532" v="415" actId="1035"/>
          <ac:spMkLst>
            <pc:docMk/>
            <pc:sldMk cId="83979334" sldId="659"/>
            <ac:spMk id="32" creationId="{70382033-A97E-146C-9B94-3F769790322C}"/>
          </ac:spMkLst>
        </pc:spChg>
        <pc:spChg chg="mod">
          <ac:chgData name="Keith Fernandes" userId="32a03389372ee1af" providerId="LiveId" clId="{05EC5ABA-2B48-4355-B9D8-4278491CAC10}" dt="2026-02-14T02:09:45.210" v="429" actId="122"/>
          <ac:spMkLst>
            <pc:docMk/>
            <pc:sldMk cId="83979334" sldId="659"/>
            <ac:spMk id="34" creationId="{32E9F076-574F-DAD7-1BC5-EC7ACF8F6014}"/>
          </ac:spMkLst>
        </pc:spChg>
        <pc:spChg chg="mod">
          <ac:chgData name="Keith Fernandes" userId="32a03389372ee1af" providerId="LiveId" clId="{05EC5ABA-2B48-4355-B9D8-4278491CAC10}" dt="2026-02-14T02:09:55.210" v="436" actId="20577"/>
          <ac:spMkLst>
            <pc:docMk/>
            <pc:sldMk cId="83979334" sldId="659"/>
            <ac:spMk id="38" creationId="{AF94DAC1-D217-0489-DEFE-8473A222E6E4}"/>
          </ac:spMkLst>
        </pc:spChg>
        <pc:spChg chg="mod">
          <ac:chgData name="Keith Fernandes" userId="32a03389372ee1af" providerId="LiveId" clId="{05EC5ABA-2B48-4355-B9D8-4278491CAC10}" dt="2026-02-14T02:09:53.174" v="435" actId="20577"/>
          <ac:spMkLst>
            <pc:docMk/>
            <pc:sldMk cId="83979334" sldId="659"/>
            <ac:spMk id="39" creationId="{AADD7AE4-E000-380B-0848-27518406FE81}"/>
          </ac:spMkLst>
        </pc:spChg>
        <pc:spChg chg="mod">
          <ac:chgData name="Keith Fernandes" userId="32a03389372ee1af" providerId="LiveId" clId="{05EC5ABA-2B48-4355-B9D8-4278491CAC10}" dt="2026-02-14T02:09:51.119" v="434" actId="20577"/>
          <ac:spMkLst>
            <pc:docMk/>
            <pc:sldMk cId="83979334" sldId="659"/>
            <ac:spMk id="40" creationId="{FC6C3BCC-5AA1-7AA3-E0C3-AC1B14CE5A03}"/>
          </ac:spMkLst>
        </pc:spChg>
        <pc:graphicFrameChg chg="del">
          <ac:chgData name="Keith Fernandes" userId="32a03389372ee1af" providerId="LiveId" clId="{05EC5ABA-2B48-4355-B9D8-4278491CAC10}" dt="2026-02-14T02:08:08.707" v="367" actId="478"/>
          <ac:graphicFrameMkLst>
            <pc:docMk/>
            <pc:sldMk cId="83979334" sldId="659"/>
            <ac:graphicFrameMk id="9" creationId="{69455BC2-6862-F0E7-2E61-D487ABDEA8A5}"/>
          </ac:graphicFrameMkLst>
        </pc:graphicFrameChg>
        <pc:graphicFrameChg chg="del">
          <ac:chgData name="Keith Fernandes" userId="32a03389372ee1af" providerId="LiveId" clId="{05EC5ABA-2B48-4355-B9D8-4278491CAC10}" dt="2026-02-14T02:08:10.557" v="368" actId="478"/>
          <ac:graphicFrameMkLst>
            <pc:docMk/>
            <pc:sldMk cId="83979334" sldId="659"/>
            <ac:graphicFrameMk id="12" creationId="{82592C63-A81B-D957-3AA0-756A8C41229B}"/>
          </ac:graphicFrameMkLst>
        </pc:graphicFrameChg>
        <pc:graphicFrameChg chg="del">
          <ac:chgData name="Keith Fernandes" userId="32a03389372ee1af" providerId="LiveId" clId="{05EC5ABA-2B48-4355-B9D8-4278491CAC10}" dt="2026-02-14T02:08:12.167" v="369" actId="478"/>
          <ac:graphicFrameMkLst>
            <pc:docMk/>
            <pc:sldMk cId="83979334" sldId="659"/>
            <ac:graphicFrameMk id="15" creationId="{DBAE75CC-033D-5709-2A60-6DE642B5E9EF}"/>
          </ac:graphicFrameMkLst>
        </pc:graphicFrameChg>
        <pc:graphicFrameChg chg="del">
          <ac:chgData name="Keith Fernandes" userId="32a03389372ee1af" providerId="LiveId" clId="{05EC5ABA-2B48-4355-B9D8-4278491CAC10}" dt="2026-02-14T02:08:04.873" v="366" actId="478"/>
          <ac:graphicFrameMkLst>
            <pc:docMk/>
            <pc:sldMk cId="83979334" sldId="659"/>
            <ac:graphicFrameMk id="16" creationId="{875C183C-39AB-7286-1E5C-EE344F7EABD1}"/>
          </ac:graphicFrameMkLst>
        </pc:graphicFrameChg>
        <pc:graphicFrameChg chg="add del mod">
          <ac:chgData name="Keith Fernandes" userId="32a03389372ee1af" providerId="LiveId" clId="{05EC5ABA-2B48-4355-B9D8-4278491CAC10}" dt="2026-02-14T02:04:00.645" v="365" actId="478"/>
          <ac:graphicFrameMkLst>
            <pc:docMk/>
            <pc:sldMk cId="83979334" sldId="659"/>
            <ac:graphicFrameMk id="26" creationId="{7F69F2E6-6047-0E6C-1C52-07271F90AE31}"/>
          </ac:graphicFrameMkLst>
        </pc:graphicFrameChg>
      </pc:sldChg>
      <pc:sldChg chg="addSp delSp modSp mod">
        <pc:chgData name="Keith Fernandes" userId="32a03389372ee1af" providerId="LiveId" clId="{05EC5ABA-2B48-4355-B9D8-4278491CAC10}" dt="2026-02-14T04:57:50.571" v="1255" actId="478"/>
        <pc:sldMkLst>
          <pc:docMk/>
          <pc:sldMk cId="3162001728" sldId="660"/>
        </pc:sldMkLst>
        <pc:spChg chg="del">
          <ac:chgData name="Keith Fernandes" userId="32a03389372ee1af" providerId="LiveId" clId="{05EC5ABA-2B48-4355-B9D8-4278491CAC10}" dt="2026-02-14T01:45:23.021" v="221" actId="478"/>
          <ac:spMkLst>
            <pc:docMk/>
            <pc:sldMk cId="3162001728" sldId="660"/>
            <ac:spMk id="2" creationId="{5362EFD2-0B28-3A88-C789-8B6DE7EA4023}"/>
          </ac:spMkLst>
        </pc:spChg>
        <pc:spChg chg="del">
          <ac:chgData name="Keith Fernandes" userId="32a03389372ee1af" providerId="LiveId" clId="{05EC5ABA-2B48-4355-B9D8-4278491CAC10}" dt="2026-02-14T01:45:23.021" v="221" actId="478"/>
          <ac:spMkLst>
            <pc:docMk/>
            <pc:sldMk cId="3162001728" sldId="660"/>
            <ac:spMk id="3" creationId="{A9563582-4D15-5003-A79D-CF9C4F8B0635}"/>
          </ac:spMkLst>
        </pc:spChg>
        <pc:spChg chg="del mod">
          <ac:chgData name="Keith Fernandes" userId="32a03389372ee1af" providerId="LiveId" clId="{05EC5ABA-2B48-4355-B9D8-4278491CAC10}" dt="2026-02-14T04:57:50.571" v="1255" actId="478"/>
          <ac:spMkLst>
            <pc:docMk/>
            <pc:sldMk cId="3162001728" sldId="660"/>
            <ac:spMk id="4" creationId="{87636F17-2F94-D77C-7F35-4B1E18982A9A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3162001728" sldId="660"/>
            <ac:spMk id="5" creationId="{6855F259-AE48-5874-688A-A05DE8D68AEE}"/>
          </ac:spMkLst>
        </pc:spChg>
        <pc:spChg chg="del">
          <ac:chgData name="Keith Fernandes" userId="32a03389372ee1af" providerId="LiveId" clId="{05EC5ABA-2B48-4355-B9D8-4278491CAC10}" dt="2026-02-14T01:45:23.021" v="221" actId="478"/>
          <ac:spMkLst>
            <pc:docMk/>
            <pc:sldMk cId="3162001728" sldId="660"/>
            <ac:spMk id="6" creationId="{EB00B6E1-9AF4-396E-244B-C704AB7914B0}"/>
          </ac:spMkLst>
        </pc:spChg>
        <pc:spChg chg="add del mod">
          <ac:chgData name="Keith Fernandes" userId="32a03389372ee1af" providerId="LiveId" clId="{05EC5ABA-2B48-4355-B9D8-4278491CAC10}" dt="2026-02-14T01:45:26.089" v="224" actId="478"/>
          <ac:spMkLst>
            <pc:docMk/>
            <pc:sldMk cId="3162001728" sldId="660"/>
            <ac:spMk id="8" creationId="{84A1BC92-301E-BD26-73F2-08D5F6D18BDE}"/>
          </ac:spMkLst>
        </pc:spChg>
        <pc:spChg chg="add del mod">
          <ac:chgData name="Keith Fernandes" userId="32a03389372ee1af" providerId="LiveId" clId="{05EC5ABA-2B48-4355-B9D8-4278491CAC10}" dt="2026-02-14T01:45:26.089" v="224" actId="478"/>
          <ac:spMkLst>
            <pc:docMk/>
            <pc:sldMk cId="3162001728" sldId="660"/>
            <ac:spMk id="10" creationId="{47933E37-0F59-43E8-3226-462A63190BBC}"/>
          </ac:spMkLst>
        </pc:spChg>
        <pc:spChg chg="add del mod">
          <ac:chgData name="Keith Fernandes" userId="32a03389372ee1af" providerId="LiveId" clId="{05EC5ABA-2B48-4355-B9D8-4278491CAC10}" dt="2026-02-14T01:45:26.089" v="224" actId="478"/>
          <ac:spMkLst>
            <pc:docMk/>
            <pc:sldMk cId="3162001728" sldId="660"/>
            <ac:spMk id="12" creationId="{6D903E83-69B2-DE11-677F-A9392790EA86}"/>
          </ac:spMkLst>
        </pc:spChg>
        <pc:spChg chg="add mod">
          <ac:chgData name="Keith Fernandes" userId="32a03389372ee1af" providerId="LiveId" clId="{05EC5ABA-2B48-4355-B9D8-4278491CAC10}" dt="2026-02-14T01:45:23.958" v="223"/>
          <ac:spMkLst>
            <pc:docMk/>
            <pc:sldMk cId="3162001728" sldId="660"/>
            <ac:spMk id="13" creationId="{AFCC65B3-AC56-CF2E-1A77-4F8DE479D249}"/>
          </ac:spMkLst>
        </pc:spChg>
        <pc:spChg chg="add mod">
          <ac:chgData name="Keith Fernandes" userId="32a03389372ee1af" providerId="LiveId" clId="{05EC5ABA-2B48-4355-B9D8-4278491CAC10}" dt="2026-02-14T01:45:23.958" v="223"/>
          <ac:spMkLst>
            <pc:docMk/>
            <pc:sldMk cId="3162001728" sldId="660"/>
            <ac:spMk id="14" creationId="{3516AACA-DE18-48BC-73A5-4EBC008ED180}"/>
          </ac:spMkLst>
        </pc:spChg>
        <pc:spChg chg="add mod">
          <ac:chgData name="Keith Fernandes" userId="32a03389372ee1af" providerId="LiveId" clId="{05EC5ABA-2B48-4355-B9D8-4278491CAC10}" dt="2026-02-14T01:45:23.958" v="223"/>
          <ac:spMkLst>
            <pc:docMk/>
            <pc:sldMk cId="3162001728" sldId="660"/>
            <ac:spMk id="15" creationId="{C46F926C-CCD1-99EC-D6AC-0834C079B321}"/>
          </ac:spMkLst>
        </pc:spChg>
        <pc:spChg chg="add mod">
          <ac:chgData name="Keith Fernandes" userId="32a03389372ee1af" providerId="LiveId" clId="{05EC5ABA-2B48-4355-B9D8-4278491CAC10}" dt="2026-02-14T04:55:30.255" v="1240" actId="20577"/>
          <ac:spMkLst>
            <pc:docMk/>
            <pc:sldMk cId="3162001728" sldId="660"/>
            <ac:spMk id="16" creationId="{FA092E39-A7D2-2702-6105-60AA151FA220}"/>
          </ac:spMkLst>
        </pc:spChg>
        <pc:spChg chg="add mod">
          <ac:chgData name="Keith Fernandes" userId="32a03389372ee1af" providerId="LiveId" clId="{05EC5ABA-2B48-4355-B9D8-4278491CAC10}" dt="2026-02-14T03:14:00.192" v="1221" actId="20577"/>
          <ac:spMkLst>
            <pc:docMk/>
            <pc:sldMk cId="3162001728" sldId="660"/>
            <ac:spMk id="17" creationId="{270EF10D-AA20-6B80-B3C5-7239927E665C}"/>
          </ac:spMkLst>
        </pc:spChg>
        <pc:spChg chg="add mod">
          <ac:chgData name="Keith Fernandes" userId="32a03389372ee1af" providerId="LiveId" clId="{05EC5ABA-2B48-4355-B9D8-4278491CAC10}" dt="2026-02-14T03:12:25.247" v="1185"/>
          <ac:spMkLst>
            <pc:docMk/>
            <pc:sldMk cId="3162001728" sldId="660"/>
            <ac:spMk id="18" creationId="{5A52637C-051B-21BF-0614-D2869E2475F2}"/>
          </ac:spMkLst>
        </pc:spChg>
        <pc:graphicFrameChg chg="add mod modGraphic">
          <ac:chgData name="Keith Fernandes" userId="32a03389372ee1af" providerId="LiveId" clId="{05EC5ABA-2B48-4355-B9D8-4278491CAC10}" dt="2026-02-14T04:57:44.831" v="1254" actId="14100"/>
          <ac:graphicFrameMkLst>
            <pc:docMk/>
            <pc:sldMk cId="3162001728" sldId="660"/>
            <ac:graphicFrameMk id="2" creationId="{ED1A838B-EC29-CF73-749B-5DA1A185933A}"/>
          </ac:graphicFrameMkLst>
        </pc:graphicFrameChg>
      </pc:sldChg>
      <pc:sldChg chg="addSp delSp modSp mod">
        <pc:chgData name="Keith Fernandes" userId="32a03389372ee1af" providerId="LiveId" clId="{05EC5ABA-2B48-4355-B9D8-4278491CAC10}" dt="2026-02-14T05:05:36.454" v="1411" actId="1076"/>
        <pc:sldMkLst>
          <pc:docMk/>
          <pc:sldMk cId="1107457514" sldId="661"/>
        </pc:sldMkLst>
        <pc:spChg chg="del">
          <ac:chgData name="Keith Fernandes" userId="32a03389372ee1af" providerId="LiveId" clId="{05EC5ABA-2B48-4355-B9D8-4278491CAC10}" dt="2026-02-14T01:44:12.185" v="204" actId="478"/>
          <ac:spMkLst>
            <pc:docMk/>
            <pc:sldMk cId="1107457514" sldId="661"/>
            <ac:spMk id="2" creationId="{48FCEFE7-1565-D44A-ED0B-547A88774DB5}"/>
          </ac:spMkLst>
        </pc:spChg>
        <pc:spChg chg="del">
          <ac:chgData name="Keith Fernandes" userId="32a03389372ee1af" providerId="LiveId" clId="{05EC5ABA-2B48-4355-B9D8-4278491CAC10}" dt="2026-02-14T01:44:12.185" v="204" actId="478"/>
          <ac:spMkLst>
            <pc:docMk/>
            <pc:sldMk cId="1107457514" sldId="661"/>
            <ac:spMk id="3" creationId="{BA9A8063-1F97-0E80-457D-84B299D1CB17}"/>
          </ac:spMkLst>
        </pc:spChg>
        <pc:spChg chg="del mod">
          <ac:chgData name="Keith Fernandes" userId="32a03389372ee1af" providerId="LiveId" clId="{05EC5ABA-2B48-4355-B9D8-4278491CAC10}" dt="2026-02-14T04:59:10.690" v="1284" actId="478"/>
          <ac:spMkLst>
            <pc:docMk/>
            <pc:sldMk cId="1107457514" sldId="661"/>
            <ac:spMk id="4" creationId="{B87F3DD5-B6C2-BCDE-21B8-953691F578B2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1107457514" sldId="661"/>
            <ac:spMk id="5" creationId="{5BB05AA6-1B30-BBF2-23D7-FFF9386D855A}"/>
          </ac:spMkLst>
        </pc:spChg>
        <pc:spChg chg="del">
          <ac:chgData name="Keith Fernandes" userId="32a03389372ee1af" providerId="LiveId" clId="{05EC5ABA-2B48-4355-B9D8-4278491CAC10}" dt="2026-02-14T01:44:12.185" v="204" actId="478"/>
          <ac:spMkLst>
            <pc:docMk/>
            <pc:sldMk cId="1107457514" sldId="661"/>
            <ac:spMk id="6" creationId="{3F51FC7D-71E8-4DCF-5040-7105052C290C}"/>
          </ac:spMkLst>
        </pc:spChg>
        <pc:spChg chg="add del mod">
          <ac:chgData name="Keith Fernandes" userId="32a03389372ee1af" providerId="LiveId" clId="{05EC5ABA-2B48-4355-B9D8-4278491CAC10}" dt="2026-02-14T01:44:15.566" v="205" actId="478"/>
          <ac:spMkLst>
            <pc:docMk/>
            <pc:sldMk cId="1107457514" sldId="661"/>
            <ac:spMk id="8" creationId="{4BEDD4B0-E344-3A74-5A20-EDA613BBF9AC}"/>
          </ac:spMkLst>
        </pc:spChg>
        <pc:spChg chg="add mod">
          <ac:chgData name="Keith Fernandes" userId="32a03389372ee1af" providerId="LiveId" clId="{05EC5ABA-2B48-4355-B9D8-4278491CAC10}" dt="2026-02-14T05:05:20.345" v="1406" actId="404"/>
          <ac:spMkLst>
            <pc:docMk/>
            <pc:sldMk cId="1107457514" sldId="661"/>
            <ac:spMk id="8" creationId="{D5682273-2FE9-DEA3-EF6E-C49CF4892585}"/>
          </ac:spMkLst>
        </pc:spChg>
        <pc:spChg chg="add mod">
          <ac:chgData name="Keith Fernandes" userId="32a03389372ee1af" providerId="LiveId" clId="{05EC5ABA-2B48-4355-B9D8-4278491CAC10}" dt="2026-02-14T05:05:24.692" v="1409" actId="255"/>
          <ac:spMkLst>
            <pc:docMk/>
            <pc:sldMk cId="1107457514" sldId="661"/>
            <ac:spMk id="9" creationId="{A9C341CF-C3C5-C709-2639-70B4243E0A1F}"/>
          </ac:spMkLst>
        </pc:spChg>
        <pc:spChg chg="add del mod">
          <ac:chgData name="Keith Fernandes" userId="32a03389372ee1af" providerId="LiveId" clId="{05EC5ABA-2B48-4355-B9D8-4278491CAC10}" dt="2026-02-14T01:44:15.566" v="205" actId="478"/>
          <ac:spMkLst>
            <pc:docMk/>
            <pc:sldMk cId="1107457514" sldId="661"/>
            <ac:spMk id="10" creationId="{A3DCD09F-D730-DBE5-B4D6-80FDDA3A7F4C}"/>
          </ac:spMkLst>
        </pc:spChg>
        <pc:spChg chg="add del mod">
          <ac:chgData name="Keith Fernandes" userId="32a03389372ee1af" providerId="LiveId" clId="{05EC5ABA-2B48-4355-B9D8-4278491CAC10}" dt="2026-02-14T01:44:15.566" v="205" actId="478"/>
          <ac:spMkLst>
            <pc:docMk/>
            <pc:sldMk cId="1107457514" sldId="661"/>
            <ac:spMk id="12" creationId="{C2D7759A-3EB1-BF5E-AA5E-3C8E48744489}"/>
          </ac:spMkLst>
        </pc:spChg>
        <pc:spChg chg="add mod">
          <ac:chgData name="Keith Fernandes" userId="32a03389372ee1af" providerId="LiveId" clId="{05EC5ABA-2B48-4355-B9D8-4278491CAC10}" dt="2026-02-14T04:58:36.125" v="1270" actId="20577"/>
          <ac:spMkLst>
            <pc:docMk/>
            <pc:sldMk cId="1107457514" sldId="661"/>
            <ac:spMk id="13" creationId="{0FFA55DC-EFE4-5C00-C5D8-31CCB038B8CB}"/>
          </ac:spMkLst>
        </pc:spChg>
        <pc:spChg chg="add mod">
          <ac:chgData name="Keith Fernandes" userId="32a03389372ee1af" providerId="LiveId" clId="{05EC5ABA-2B48-4355-B9D8-4278491CAC10}" dt="2026-02-14T04:58:44.737" v="1276" actId="20577"/>
          <ac:spMkLst>
            <pc:docMk/>
            <pc:sldMk cId="1107457514" sldId="661"/>
            <ac:spMk id="14" creationId="{920E7A7F-641C-1CA0-CF7B-29E1D5FF8305}"/>
          </ac:spMkLst>
        </pc:spChg>
        <pc:spChg chg="add mod">
          <ac:chgData name="Keith Fernandes" userId="32a03389372ee1af" providerId="LiveId" clId="{05EC5ABA-2B48-4355-B9D8-4278491CAC10}" dt="2026-02-14T04:58:06.524" v="1256"/>
          <ac:spMkLst>
            <pc:docMk/>
            <pc:sldMk cId="1107457514" sldId="661"/>
            <ac:spMk id="15" creationId="{A1038F1B-7853-4E41-741C-79E489C3D601}"/>
          </ac:spMkLst>
        </pc:spChg>
        <pc:picChg chg="add mod modCrop">
          <ac:chgData name="Keith Fernandes" userId="32a03389372ee1af" providerId="LiveId" clId="{05EC5ABA-2B48-4355-B9D8-4278491CAC10}" dt="2026-02-14T05:04:58.756" v="1401" actId="1076"/>
          <ac:picMkLst>
            <pc:docMk/>
            <pc:sldMk cId="1107457514" sldId="661"/>
            <ac:picMk id="3" creationId="{59ABDA0D-9E41-875E-5198-FB30F8A02F71}"/>
          </ac:picMkLst>
        </pc:picChg>
        <pc:picChg chg="add mod modCrop">
          <ac:chgData name="Keith Fernandes" userId="32a03389372ee1af" providerId="LiveId" clId="{05EC5ABA-2B48-4355-B9D8-4278491CAC10}" dt="2026-02-14T05:05:36.454" v="1411" actId="1076"/>
          <ac:picMkLst>
            <pc:docMk/>
            <pc:sldMk cId="1107457514" sldId="661"/>
            <ac:picMk id="7" creationId="{F59A6E18-1D62-2D91-E453-86CDCC69FCE9}"/>
          </ac:picMkLst>
        </pc:picChg>
      </pc:sldChg>
      <pc:sldChg chg="modSp del">
        <pc:chgData name="Keith Fernandes" userId="32a03389372ee1af" providerId="LiveId" clId="{05EC5ABA-2B48-4355-B9D8-4278491CAC10}" dt="2026-02-14T05:06:49.905" v="1414" actId="47"/>
        <pc:sldMkLst>
          <pc:docMk/>
          <pc:sldMk cId="2108131910" sldId="662"/>
        </pc:sldMkLst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108131910" sldId="662"/>
            <ac:spMk id="2" creationId="{DBE79A04-84CB-6543-D26E-05773FCF521F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108131910" sldId="662"/>
            <ac:spMk id="3" creationId="{3C3BDB25-DADC-11D1-57AA-9B3257BF0252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108131910" sldId="662"/>
            <ac:spMk id="4" creationId="{94D0CBCB-070E-6BF6-AFB5-B394C67484E0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108131910" sldId="662"/>
            <ac:spMk id="5" creationId="{A98FBEB0-5DD0-335E-50B1-C4C6D359105A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108131910" sldId="662"/>
            <ac:spMk id="6" creationId="{1511FEC3-10F7-8482-95CA-9959EA0C91E9}"/>
          </ac:spMkLst>
        </pc:spChg>
      </pc:sldChg>
      <pc:sldChg chg="addSp delSp modSp add mod ord">
        <pc:chgData name="Keith Fernandes" userId="32a03389372ee1af" providerId="LiveId" clId="{05EC5ABA-2B48-4355-B9D8-4278491CAC10}" dt="2026-02-14T05:08:15.417" v="1435" actId="20577"/>
        <pc:sldMkLst>
          <pc:docMk/>
          <pc:sldMk cId="2684398458" sldId="696"/>
        </pc:sldMkLst>
        <pc:spChg chg="del mod">
          <ac:chgData name="Keith Fernandes" userId="32a03389372ee1af" providerId="LiveId" clId="{05EC5ABA-2B48-4355-B9D8-4278491CAC10}" dt="2026-02-14T01:40:18.580" v="153" actId="478"/>
          <ac:spMkLst>
            <pc:docMk/>
            <pc:sldMk cId="2684398458" sldId="696"/>
            <ac:spMk id="2" creationId="{67DCDCE9-B413-3408-1FB2-08EBF4A384C7}"/>
          </ac:spMkLst>
        </pc:spChg>
        <pc:spChg chg="del mod">
          <ac:chgData name="Keith Fernandes" userId="32a03389372ee1af" providerId="LiveId" clId="{05EC5ABA-2B48-4355-B9D8-4278491CAC10}" dt="2026-02-14T01:40:18.580" v="153" actId="478"/>
          <ac:spMkLst>
            <pc:docMk/>
            <pc:sldMk cId="2684398458" sldId="696"/>
            <ac:spMk id="3" creationId="{18BA32A2-C651-7816-0562-58C5D31215E8}"/>
          </ac:spMkLst>
        </pc:spChg>
        <pc:spChg chg="del mod">
          <ac:chgData name="Keith Fernandes" userId="32a03389372ee1af" providerId="LiveId" clId="{05EC5ABA-2B48-4355-B9D8-4278491CAC10}" dt="2026-02-14T02:46:27.140" v="919" actId="478"/>
          <ac:spMkLst>
            <pc:docMk/>
            <pc:sldMk cId="2684398458" sldId="696"/>
            <ac:spMk id="4" creationId="{3D336AF4-E493-10FF-76A0-C3D63E938FFF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2684398458" sldId="696"/>
            <ac:spMk id="5" creationId="{8FD685C9-A450-B0BD-53B4-0FA9D8996D50}"/>
          </ac:spMkLst>
        </pc:spChg>
        <pc:spChg chg="del mod">
          <ac:chgData name="Keith Fernandes" userId="32a03389372ee1af" providerId="LiveId" clId="{05EC5ABA-2B48-4355-B9D8-4278491CAC10}" dt="2026-02-14T01:43:44.827" v="198" actId="478"/>
          <ac:spMkLst>
            <pc:docMk/>
            <pc:sldMk cId="2684398458" sldId="696"/>
            <ac:spMk id="6" creationId="{909EF9AC-A894-FC75-BF78-169BC9CE7524}"/>
          </ac:spMkLst>
        </pc:spChg>
        <pc:spChg chg="mod">
          <ac:chgData name="Keith Fernandes" userId="32a03389372ee1af" providerId="LiveId" clId="{05EC5ABA-2B48-4355-B9D8-4278491CAC10}" dt="2026-02-14T01:54:08.898" v="288"/>
          <ac:spMkLst>
            <pc:docMk/>
            <pc:sldMk cId="2684398458" sldId="696"/>
            <ac:spMk id="7" creationId="{6B1EF7B1-940C-A430-F8ED-0BB69B4C6A43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8" creationId="{73FD3E5E-3B93-6129-B206-156104B8E539}"/>
          </ac:spMkLst>
        </pc:spChg>
        <pc:spChg chg="add del mod">
          <ac:chgData name="Keith Fernandes" userId="32a03389372ee1af" providerId="LiveId" clId="{05EC5ABA-2B48-4355-B9D8-4278491CAC10}" dt="2026-02-14T01:40:23.407" v="154" actId="478"/>
          <ac:spMkLst>
            <pc:docMk/>
            <pc:sldMk cId="2684398458" sldId="696"/>
            <ac:spMk id="10" creationId="{06242D4B-F80C-780F-34B0-ACB4B4608B07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11" creationId="{34BA3B27-4AB9-A8E6-0198-968A0763DBD0}"/>
          </ac:spMkLst>
        </pc:spChg>
        <pc:spChg chg="mod">
          <ac:chgData name="Keith Fernandes" userId="32a03389372ee1af" providerId="LiveId" clId="{05EC5ABA-2B48-4355-B9D8-4278491CAC10}" dt="2026-02-14T01:54:16.222" v="291" actId="108"/>
          <ac:spMkLst>
            <pc:docMk/>
            <pc:sldMk cId="2684398458" sldId="696"/>
            <ac:spMk id="12" creationId="{7F2C6138-53DC-5B7F-45A8-FB0D94E78885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14" creationId="{0256D800-04F3-E787-4D87-D015C47F5644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15" creationId="{425CA8AF-C887-7B5E-AE16-DD5CA3660621}"/>
          </ac:spMkLst>
        </pc:spChg>
        <pc:spChg chg="add del mod">
          <ac:chgData name="Keith Fernandes" userId="32a03389372ee1af" providerId="LiveId" clId="{05EC5ABA-2B48-4355-B9D8-4278491CAC10}" dt="2026-02-14T01:40:23.407" v="154" actId="478"/>
          <ac:spMkLst>
            <pc:docMk/>
            <pc:sldMk cId="2684398458" sldId="696"/>
            <ac:spMk id="16" creationId="{B44CBAAD-A32F-63F2-FCA7-2DDEDB00A01F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17" creationId="{338B33A8-8586-74C5-433B-02CC661B623A}"/>
          </ac:spMkLst>
        </pc:spChg>
        <pc:spChg chg="mod">
          <ac:chgData name="Keith Fernandes" userId="32a03389372ee1af" providerId="LiveId" clId="{05EC5ABA-2B48-4355-B9D8-4278491CAC10}" dt="2026-02-14T01:44:59.578" v="215" actId="1036"/>
          <ac:spMkLst>
            <pc:docMk/>
            <pc:sldMk cId="2684398458" sldId="696"/>
            <ac:spMk id="18" creationId="{208E3D0C-CD16-1854-26EF-88450CD3A52E}"/>
          </ac:spMkLst>
        </pc:spChg>
        <pc:spChg chg="add del mod">
          <ac:chgData name="Keith Fernandes" userId="32a03389372ee1af" providerId="LiveId" clId="{05EC5ABA-2B48-4355-B9D8-4278491CAC10}" dt="2026-02-14T01:43:47.592" v="199" actId="478"/>
          <ac:spMkLst>
            <pc:docMk/>
            <pc:sldMk cId="2684398458" sldId="696"/>
            <ac:spMk id="20" creationId="{B2A1D4F8-F93F-5B04-52F2-A9A3F37FBB63}"/>
          </ac:spMkLst>
        </pc:spChg>
        <pc:spChg chg="add mod">
          <ac:chgData name="Keith Fernandes" userId="32a03389372ee1af" providerId="LiveId" clId="{05EC5ABA-2B48-4355-B9D8-4278491CAC10}" dt="2026-02-14T05:08:15.417" v="1435" actId="20577"/>
          <ac:spMkLst>
            <pc:docMk/>
            <pc:sldMk cId="2684398458" sldId="696"/>
            <ac:spMk id="21" creationId="{42DC9CB5-BF41-FF8B-99EC-1B91391C80EE}"/>
          </ac:spMkLst>
        </pc:spChg>
        <pc:spChg chg="add mod">
          <ac:chgData name="Keith Fernandes" userId="32a03389372ee1af" providerId="LiveId" clId="{05EC5ABA-2B48-4355-B9D8-4278491CAC10}" dt="2026-02-14T02:00:26.963" v="353" actId="20577"/>
          <ac:spMkLst>
            <pc:docMk/>
            <pc:sldMk cId="2684398458" sldId="696"/>
            <ac:spMk id="22" creationId="{F15A5785-0CA8-46F1-B8A4-DEB387753FA9}"/>
          </ac:spMkLst>
        </pc:spChg>
        <pc:spChg chg="add mod">
          <ac:chgData name="Keith Fernandes" userId="32a03389372ee1af" providerId="LiveId" clId="{05EC5ABA-2B48-4355-B9D8-4278491CAC10}" dt="2026-02-14T02:18:13.680" v="538"/>
          <ac:spMkLst>
            <pc:docMk/>
            <pc:sldMk cId="2684398458" sldId="696"/>
            <ac:spMk id="23" creationId="{C4F30E2E-6795-436F-D869-5B4951172AD0}"/>
          </ac:spMkLst>
        </pc:spChg>
      </pc:sldChg>
      <pc:sldChg chg="modSp add del mod ord">
        <pc:chgData name="Keith Fernandes" userId="32a03389372ee1af" providerId="LiveId" clId="{05EC5ABA-2B48-4355-B9D8-4278491CAC10}" dt="2026-02-14T02:32:19.267" v="752" actId="2696"/>
        <pc:sldMkLst>
          <pc:docMk/>
          <pc:sldMk cId="162530271" sldId="697"/>
        </pc:sldMkLst>
        <pc:spChg chg="mod">
          <ac:chgData name="Keith Fernandes" userId="32a03389372ee1af" providerId="LiveId" clId="{05EC5ABA-2B48-4355-B9D8-4278491CAC10}" dt="2026-02-14T02:15:25.305" v="501"/>
          <ac:spMkLst>
            <pc:docMk/>
            <pc:sldMk cId="162530271" sldId="697"/>
            <ac:spMk id="2" creationId="{D72E6867-5F42-0BF2-9D56-BCDF6CD981CA}"/>
          </ac:spMkLst>
        </pc:spChg>
        <pc:spChg chg="mod">
          <ac:chgData name="Keith Fernandes" userId="32a03389372ee1af" providerId="LiveId" clId="{05EC5ABA-2B48-4355-B9D8-4278491CAC10}" dt="2026-02-14T02:15:29.797" v="502"/>
          <ac:spMkLst>
            <pc:docMk/>
            <pc:sldMk cId="162530271" sldId="697"/>
            <ac:spMk id="3" creationId="{00272612-197B-ADAD-E115-0C987E2258A2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162530271" sldId="697"/>
            <ac:spMk id="5" creationId="{6312E0C4-4D37-CBBF-9A59-4D2FA8B4C090}"/>
          </ac:spMkLst>
        </pc:spChg>
        <pc:spChg chg="mod">
          <ac:chgData name="Keith Fernandes" userId="32a03389372ee1af" providerId="LiveId" clId="{05EC5ABA-2B48-4355-B9D8-4278491CAC10}" dt="2026-02-14T02:18:13.680" v="538"/>
          <ac:spMkLst>
            <pc:docMk/>
            <pc:sldMk cId="162530271" sldId="697"/>
            <ac:spMk id="6" creationId="{BB78FA38-426C-6A33-77F1-1FC04D62CB7A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7" creationId="{92869526-38CB-9460-DD3A-81A3722F34A5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8" creationId="{8C4B96A2-A7E1-2F8A-E745-E472F92BED71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9" creationId="{196EC7F4-151F-E429-38AA-D08E5A48F89A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10" creationId="{5C875576-45A9-1D6A-876F-AA844C185D94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11" creationId="{89F002B8-4CB8-889B-541C-6EBFFCD48F9F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12" creationId="{440A888F-7321-2237-2844-C1906AADFC2F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13" creationId="{995D51BA-67A7-14D4-55EA-F7D35D75635B}"/>
          </ac:spMkLst>
        </pc:spChg>
        <pc:spChg chg="mod">
          <ac:chgData name="Keith Fernandes" userId="32a03389372ee1af" providerId="LiveId" clId="{05EC5ABA-2B48-4355-B9D8-4278491CAC10}" dt="2026-02-14T02:16:54.523" v="531" actId="14100"/>
          <ac:spMkLst>
            <pc:docMk/>
            <pc:sldMk cId="162530271" sldId="697"/>
            <ac:spMk id="14" creationId="{9C831DEF-56DD-C8A4-798F-E4BB8C3D8C00}"/>
          </ac:spMkLst>
        </pc:spChg>
      </pc:sldChg>
      <pc:sldChg chg="addSp delSp modSp new del mod ord">
        <pc:chgData name="Keith Fernandes" userId="32a03389372ee1af" providerId="LiveId" clId="{05EC5ABA-2B48-4355-B9D8-4278491CAC10}" dt="2026-02-14T02:34:50.941" v="790" actId="2696"/>
        <pc:sldMkLst>
          <pc:docMk/>
          <pc:sldMk cId="1543023005" sldId="698"/>
        </pc:sldMkLst>
        <pc:spChg chg="del">
          <ac:chgData name="Keith Fernandes" userId="32a03389372ee1af" providerId="LiveId" clId="{05EC5ABA-2B48-4355-B9D8-4278491CAC10}" dt="2026-02-14T02:18:05.763" v="535" actId="478"/>
          <ac:spMkLst>
            <pc:docMk/>
            <pc:sldMk cId="1543023005" sldId="698"/>
            <ac:spMk id="2" creationId="{BEB6A434-7D54-C3CC-4A50-184EF02DEA6A}"/>
          </ac:spMkLst>
        </pc:spChg>
        <pc:spChg chg="del">
          <ac:chgData name="Keith Fernandes" userId="32a03389372ee1af" providerId="LiveId" clId="{05EC5ABA-2B48-4355-B9D8-4278491CAC10}" dt="2026-02-14T02:18:05.763" v="535" actId="478"/>
          <ac:spMkLst>
            <pc:docMk/>
            <pc:sldMk cId="1543023005" sldId="698"/>
            <ac:spMk id="3" creationId="{7E9B81D5-4C66-5DBD-CBB1-0B8AF9DB8642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4" creationId="{639EA94F-03A4-DDAC-1FA3-36100FDBDD91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5" creationId="{0CC8A5AA-2971-9007-6176-D9FD0308250A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6" creationId="{1F5FB6D2-5341-57F8-EA00-4D30E5F95D72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8" creationId="{86370730-A55D-162D-E714-0B914E258D50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11" creationId="{2C11DC8A-6A45-E18F-C9A3-7ECB2A70F44C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15" creationId="{52369C87-B5C5-2843-D02E-112BE368D3C4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23" creationId="{A119899A-4E13-26D0-7FD1-DB7B32C2421F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25" creationId="{012227FE-4670-AB96-E16E-04F03F5B9008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26" creationId="{29078CE5-DD0F-1D18-8898-B8C914FE6E66}"/>
          </ac:spMkLst>
        </pc:spChg>
        <pc:spChg chg="add mod">
          <ac:chgData name="Keith Fernandes" userId="32a03389372ee1af" providerId="LiveId" clId="{05EC5ABA-2B48-4355-B9D8-4278491CAC10}" dt="2026-02-14T02:18:19.716" v="540"/>
          <ac:spMkLst>
            <pc:docMk/>
            <pc:sldMk cId="1543023005" sldId="698"/>
            <ac:spMk id="31" creationId="{1FAE8560-A5CC-7A6D-0BB0-C9666B116C8C}"/>
          </ac:spMkLst>
        </pc:spChg>
        <pc:spChg chg="add mod">
          <ac:chgData name="Keith Fernandes" userId="32a03389372ee1af" providerId="LiveId" clId="{05EC5ABA-2B48-4355-B9D8-4278491CAC10}" dt="2026-02-14T02:20:25.995" v="580" actId="1037"/>
          <ac:spMkLst>
            <pc:docMk/>
            <pc:sldMk cId="1543023005" sldId="698"/>
            <ac:spMk id="32" creationId="{1D8CC43C-608E-D4C0-8117-21E10C666F6D}"/>
          </ac:spMkLst>
        </pc:spChg>
        <pc:spChg chg="add del mod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33" creationId="{E1B64E62-6259-96A1-29D6-559C805A23E3}"/>
          </ac:spMkLst>
        </pc:spChg>
        <pc:spChg chg="add del mod">
          <ac:chgData name="Keith Fernandes" userId="32a03389372ee1af" providerId="LiveId" clId="{05EC5ABA-2B48-4355-B9D8-4278491CAC10}" dt="2026-02-14T02:18:34.229" v="543" actId="478"/>
          <ac:spMkLst>
            <pc:docMk/>
            <pc:sldMk cId="1543023005" sldId="698"/>
            <ac:spMk id="34" creationId="{E0E9D7E9-6768-2B76-552D-5CFACB27A49A}"/>
          </ac:spMkLst>
        </pc:spChg>
        <pc:spChg chg="mod topLvl">
          <ac:chgData name="Keith Fernandes" userId="32a03389372ee1af" providerId="LiveId" clId="{05EC5ABA-2B48-4355-B9D8-4278491CAC10}" dt="2026-02-14T02:22:25.788" v="605" actId="120"/>
          <ac:spMkLst>
            <pc:docMk/>
            <pc:sldMk cId="1543023005" sldId="698"/>
            <ac:spMk id="36" creationId="{DCCA0A46-B857-F5DA-0491-BA321EE6C439}"/>
          </ac:spMkLst>
        </pc:spChg>
        <pc:spChg chg="add 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37" creationId="{7B6A6E1D-62E0-8588-5916-7AF3E2C90E1C}"/>
          </ac:spMkLst>
        </pc:spChg>
        <pc:spChg chg="add 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38" creationId="{0D7F1623-5875-B48E-B934-151F1A68BDFF}"/>
          </ac:spMkLst>
        </pc:spChg>
        <pc:spChg chg="add mod">
          <ac:chgData name="Keith Fernandes" userId="32a03389372ee1af" providerId="LiveId" clId="{05EC5ABA-2B48-4355-B9D8-4278491CAC10}" dt="2026-02-14T02:20:25.995" v="580" actId="1037"/>
          <ac:spMkLst>
            <pc:docMk/>
            <pc:sldMk cId="1543023005" sldId="698"/>
            <ac:spMk id="39" creationId="{D9D77562-EEB7-5FD9-92B7-91197CC5DBB1}"/>
          </ac:spMkLst>
        </pc:spChg>
        <pc:spChg chg="del mod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40" creationId="{31D30710-0FF5-CC57-83DD-E0B6948C4E42}"/>
          </ac:spMkLst>
        </pc:spChg>
        <pc:spChg chg="add del mod">
          <ac:chgData name="Keith Fernandes" userId="32a03389372ee1af" providerId="LiveId" clId="{05EC5ABA-2B48-4355-B9D8-4278491CAC10}" dt="2026-02-14T02:18:40.647" v="545" actId="478"/>
          <ac:spMkLst>
            <pc:docMk/>
            <pc:sldMk cId="1543023005" sldId="698"/>
            <ac:spMk id="41" creationId="{9CAAE633-BF0E-BD8A-FE36-1E6AC0160C75}"/>
          </ac:spMkLst>
        </pc:spChg>
        <pc:spChg chg="mod topLvl">
          <ac:chgData name="Keith Fernandes" userId="32a03389372ee1af" providerId="LiveId" clId="{05EC5ABA-2B48-4355-B9D8-4278491CAC10}" dt="2026-02-14T02:22:28.238" v="606" actId="108"/>
          <ac:spMkLst>
            <pc:docMk/>
            <pc:sldMk cId="1543023005" sldId="698"/>
            <ac:spMk id="43" creationId="{0DDB598C-F2C2-1B2E-37BB-972C058F0F85}"/>
          </ac:spMkLst>
        </pc:spChg>
        <pc:spChg chg="del mod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44" creationId="{3156F92A-18A7-0AF3-EFFA-524924BB7798}"/>
          </ac:spMkLst>
        </pc:spChg>
        <pc:spChg chg="add mod topLvl">
          <ac:chgData name="Keith Fernandes" userId="32a03389372ee1af" providerId="LiveId" clId="{05EC5ABA-2B48-4355-B9D8-4278491CAC10}" dt="2026-02-14T02:24:05.587" v="621" actId="207"/>
          <ac:spMkLst>
            <pc:docMk/>
            <pc:sldMk cId="1543023005" sldId="698"/>
            <ac:spMk id="45" creationId="{DFF517BB-85D1-C814-43BC-2E3C20C3F7AB}"/>
          </ac:spMkLst>
        </pc:spChg>
        <pc:spChg chg="mod topLvl">
          <ac:chgData name="Keith Fernandes" userId="32a03389372ee1af" providerId="LiveId" clId="{05EC5ABA-2B48-4355-B9D8-4278491CAC10}" dt="2026-02-14T02:20:25.995" v="580" actId="1037"/>
          <ac:spMkLst>
            <pc:docMk/>
            <pc:sldMk cId="1543023005" sldId="698"/>
            <ac:spMk id="46" creationId="{981C0BBE-5C41-1851-1564-15CD00BA0653}"/>
          </ac:spMkLst>
        </pc:spChg>
        <pc:spChg chg="add mod ord">
          <ac:chgData name="Keith Fernandes" userId="32a03389372ee1af" providerId="LiveId" clId="{05EC5ABA-2B48-4355-B9D8-4278491CAC10}" dt="2026-02-14T02:23:39.905" v="616" actId="207"/>
          <ac:spMkLst>
            <pc:docMk/>
            <pc:sldMk cId="1543023005" sldId="698"/>
            <ac:spMk id="47" creationId="{60ACEBF1-3417-1DC5-8529-979F9FF4468F}"/>
          </ac:spMkLst>
        </pc:spChg>
        <pc:spChg chg="del">
          <ac:chgData name="Keith Fernandes" userId="32a03389372ee1af" providerId="LiveId" clId="{05EC5ABA-2B48-4355-B9D8-4278491CAC10}" dt="2026-02-14T02:18:43.152" v="546" actId="478"/>
          <ac:spMkLst>
            <pc:docMk/>
            <pc:sldMk cId="1543023005" sldId="698"/>
            <ac:spMk id="48" creationId="{D77CB86E-7354-0C07-19FC-9B5A01CA1991}"/>
          </ac:spMkLst>
        </pc:spChg>
        <pc:spChg chg="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50" creationId="{A7803C10-D4BD-29F3-1C1C-92BF31930D15}"/>
          </ac:spMkLst>
        </pc:spChg>
        <pc:spChg chg="mod">
          <ac:chgData name="Keith Fernandes" userId="32a03389372ee1af" providerId="LiveId" clId="{05EC5ABA-2B48-4355-B9D8-4278491CAC10}" dt="2026-02-14T02:23:46.498" v="617" actId="207"/>
          <ac:spMkLst>
            <pc:docMk/>
            <pc:sldMk cId="1543023005" sldId="698"/>
            <ac:spMk id="51" creationId="{8E562ACD-F439-625C-21A8-3C7EFE149706}"/>
          </ac:spMkLst>
        </pc:spChg>
        <pc:spChg chg="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52" creationId="{CDFCCB17-EF86-EEE1-766F-31E1E1F7C5C3}"/>
          </ac:spMkLst>
        </pc:spChg>
        <pc:spChg chg="add mod">
          <ac:chgData name="Keith Fernandes" userId="32a03389372ee1af" providerId="LiveId" clId="{05EC5ABA-2B48-4355-B9D8-4278491CAC10}" dt="2026-02-14T02:20:25.995" v="580" actId="1037"/>
          <ac:spMkLst>
            <pc:docMk/>
            <pc:sldMk cId="1543023005" sldId="698"/>
            <ac:spMk id="53" creationId="{BFB7857A-646F-3BF6-F755-A8CCCA7B5B81}"/>
          </ac:spMkLst>
        </pc:spChg>
        <pc:spChg chg="del mod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54" creationId="{2C90D60D-8471-1E30-72A4-BA5E0B08F0C6}"/>
          </ac:spMkLst>
        </pc:spChg>
        <pc:spChg chg="del">
          <ac:chgData name="Keith Fernandes" userId="32a03389372ee1af" providerId="LiveId" clId="{05EC5ABA-2B48-4355-B9D8-4278491CAC10}" dt="2026-02-14T02:18:48.828" v="547" actId="478"/>
          <ac:spMkLst>
            <pc:docMk/>
            <pc:sldMk cId="1543023005" sldId="698"/>
            <ac:spMk id="55" creationId="{D279F94E-F98D-935E-3E0E-68C1AE90B28A}"/>
          </ac:spMkLst>
        </pc:spChg>
        <pc:spChg chg="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57" creationId="{7CBEE448-08A2-9A00-151D-6CEFCBDA200C}"/>
          </ac:spMkLst>
        </pc:spChg>
        <pc:spChg chg="del mod topLvl">
          <ac:chgData name="Keith Fernandes" userId="32a03389372ee1af" providerId="LiveId" clId="{05EC5ABA-2B48-4355-B9D8-4278491CAC10}" dt="2026-02-14T02:24:34.783" v="625" actId="21"/>
          <ac:spMkLst>
            <pc:docMk/>
            <pc:sldMk cId="1543023005" sldId="698"/>
            <ac:spMk id="58" creationId="{1CB51D95-AF9D-AF17-6498-7B1AF5589DE2}"/>
          </ac:spMkLst>
        </pc:spChg>
        <pc:spChg chg="mod topLvl">
          <ac:chgData name="Keith Fernandes" userId="32a03389372ee1af" providerId="LiveId" clId="{05EC5ABA-2B48-4355-B9D8-4278491CAC10}" dt="2026-02-14T02:24:11.915" v="622" actId="207"/>
          <ac:spMkLst>
            <pc:docMk/>
            <pc:sldMk cId="1543023005" sldId="698"/>
            <ac:spMk id="59" creationId="{ACC412EB-62BA-A52A-E953-C122D93E4BEC}"/>
          </ac:spMkLst>
        </pc:spChg>
        <pc:spChg chg="add mod">
          <ac:chgData name="Keith Fernandes" userId="32a03389372ee1af" providerId="LiveId" clId="{05EC5ABA-2B48-4355-B9D8-4278491CAC10}" dt="2026-02-14T02:19:40.230" v="553" actId="1076"/>
          <ac:spMkLst>
            <pc:docMk/>
            <pc:sldMk cId="1543023005" sldId="698"/>
            <ac:spMk id="62" creationId="{9F222E07-65CF-3FE3-5EFF-E80850E8C92B}"/>
          </ac:spMkLst>
        </pc:spChg>
        <pc:spChg chg="add mod">
          <ac:chgData name="Keith Fernandes" userId="32a03389372ee1af" providerId="LiveId" clId="{05EC5ABA-2B48-4355-B9D8-4278491CAC10}" dt="2026-02-14T02:19:48.573" v="555" actId="1076"/>
          <ac:spMkLst>
            <pc:docMk/>
            <pc:sldMk cId="1543023005" sldId="698"/>
            <ac:spMk id="63" creationId="{37D3DCBB-D9FD-CF5A-27A0-282DED638B96}"/>
          </ac:spMkLst>
        </pc:spChg>
        <pc:spChg chg="add mod">
          <ac:chgData name="Keith Fernandes" userId="32a03389372ee1af" providerId="LiveId" clId="{05EC5ABA-2B48-4355-B9D8-4278491CAC10}" dt="2026-02-14T02:19:44.797" v="554" actId="1076"/>
          <ac:spMkLst>
            <pc:docMk/>
            <pc:sldMk cId="1543023005" sldId="698"/>
            <ac:spMk id="64" creationId="{06098A2C-06B3-4EEF-B65A-21EDABFA28E7}"/>
          </ac:spMkLst>
        </pc:spChg>
        <pc:spChg chg="add mod">
          <ac:chgData name="Keith Fernandes" userId="32a03389372ee1af" providerId="LiveId" clId="{05EC5ABA-2B48-4355-B9D8-4278491CAC10}" dt="2026-02-14T02:19:51.613" v="556" actId="1076"/>
          <ac:spMkLst>
            <pc:docMk/>
            <pc:sldMk cId="1543023005" sldId="698"/>
            <ac:spMk id="65" creationId="{150E623B-07C8-DEED-9459-4F627CCB2561}"/>
          </ac:spMkLst>
        </pc:spChg>
        <pc:spChg chg="add mod">
          <ac:chgData name="Keith Fernandes" userId="32a03389372ee1af" providerId="LiveId" clId="{05EC5ABA-2B48-4355-B9D8-4278491CAC10}" dt="2026-02-14T02:22:13.733" v="602" actId="1076"/>
          <ac:spMkLst>
            <pc:docMk/>
            <pc:sldMk cId="1543023005" sldId="698"/>
            <ac:spMk id="67" creationId="{A204CBCA-4B35-D2F0-0748-71E877E879E7}"/>
          </ac:spMkLst>
        </pc:spChg>
        <pc:grpChg chg="mod">
          <ac:chgData name="Keith Fernandes" userId="32a03389372ee1af" providerId="LiveId" clId="{05EC5ABA-2B48-4355-B9D8-4278491CAC10}" dt="2026-02-14T02:20:25.995" v="580" actId="1037"/>
          <ac:grpSpMkLst>
            <pc:docMk/>
            <pc:sldMk cId="1543023005" sldId="698"/>
            <ac:grpSpMk id="60" creationId="{478005AE-BF02-5F22-B027-538486BAE6A5}"/>
          </ac:grpSpMkLst>
        </pc:grpChg>
        <pc:grpChg chg="add mod">
          <ac:chgData name="Keith Fernandes" userId="32a03389372ee1af" providerId="LiveId" clId="{05EC5ABA-2B48-4355-B9D8-4278491CAC10}" dt="2026-02-14T02:19:14.439" v="550" actId="164"/>
          <ac:grpSpMkLst>
            <pc:docMk/>
            <pc:sldMk cId="1543023005" sldId="698"/>
            <ac:grpSpMk id="61" creationId="{A427D0E6-4639-8984-DBD3-17D8B29D4ACD}"/>
          </ac:grpSpMkLst>
        </pc:grpChg>
        <pc:picChg chg="del">
          <ac:chgData name="Keith Fernandes" userId="32a03389372ee1af" providerId="LiveId" clId="{05EC5ABA-2B48-4355-B9D8-4278491CAC10}" dt="2026-02-14T02:18:32.739" v="542" actId="478"/>
          <ac:picMkLst>
            <pc:docMk/>
            <pc:sldMk cId="1543023005" sldId="698"/>
            <ac:picMk id="35" creationId="{1B6BE332-DB80-F408-8036-F48A8BAE5A8C}"/>
          </ac:picMkLst>
        </pc:picChg>
        <pc:picChg chg="del">
          <ac:chgData name="Keith Fernandes" userId="32a03389372ee1af" providerId="LiveId" clId="{05EC5ABA-2B48-4355-B9D8-4278491CAC10}" dt="2026-02-14T02:18:37.757" v="544" actId="478"/>
          <ac:picMkLst>
            <pc:docMk/>
            <pc:sldMk cId="1543023005" sldId="698"/>
            <ac:picMk id="42" creationId="{70DDE4B0-809C-722E-E521-CD2BA7A360C9}"/>
          </ac:picMkLst>
        </pc:picChg>
        <pc:picChg chg="del">
          <ac:chgData name="Keith Fernandes" userId="32a03389372ee1af" providerId="LiveId" clId="{05EC5ABA-2B48-4355-B9D8-4278491CAC10}" dt="2026-02-14T02:18:43.152" v="546" actId="478"/>
          <ac:picMkLst>
            <pc:docMk/>
            <pc:sldMk cId="1543023005" sldId="698"/>
            <ac:picMk id="49" creationId="{82121A23-A3F9-3F1B-641E-B0DD2998EF83}"/>
          </ac:picMkLst>
        </pc:picChg>
        <pc:picChg chg="del">
          <ac:chgData name="Keith Fernandes" userId="32a03389372ee1af" providerId="LiveId" clId="{05EC5ABA-2B48-4355-B9D8-4278491CAC10}" dt="2026-02-14T02:18:48.828" v="547" actId="478"/>
          <ac:picMkLst>
            <pc:docMk/>
            <pc:sldMk cId="1543023005" sldId="698"/>
            <ac:picMk id="56" creationId="{CF0730CA-1A2A-B372-767C-DD7F8667C77A}"/>
          </ac:picMkLst>
        </pc:picChg>
      </pc:sldChg>
      <pc:sldChg chg="addSp delSp modSp add mod modClrScheme chgLayout">
        <pc:chgData name="Keith Fernandes" userId="32a03389372ee1af" providerId="LiveId" clId="{05EC5ABA-2B48-4355-B9D8-4278491CAC10}" dt="2026-02-14T02:43:09.822" v="895" actId="700"/>
        <pc:sldMkLst>
          <pc:docMk/>
          <pc:sldMk cId="1524279984" sldId="699"/>
        </pc:sldMkLst>
        <pc:spChg chg="mod ord">
          <ac:chgData name="Keith Fernandes" userId="32a03389372ee1af" providerId="LiveId" clId="{05EC5ABA-2B48-4355-B9D8-4278491CAC10}" dt="2026-02-14T02:43:09.822" v="895" actId="700"/>
          <ac:spMkLst>
            <pc:docMk/>
            <pc:sldMk cId="1524279984" sldId="699"/>
            <ac:spMk id="2" creationId="{17A62BED-3DF4-19D5-90C7-87DE172C89BE}"/>
          </ac:spMkLst>
        </pc:spChg>
        <pc:spChg chg="mod ord">
          <ac:chgData name="Keith Fernandes" userId="32a03389372ee1af" providerId="LiveId" clId="{05EC5ABA-2B48-4355-B9D8-4278491CAC10}" dt="2026-02-14T02:43:09.822" v="895" actId="700"/>
          <ac:spMkLst>
            <pc:docMk/>
            <pc:sldMk cId="1524279984" sldId="699"/>
            <ac:spMk id="3" creationId="{5E499D0A-57B4-7432-C6C9-FF0C818F2B88}"/>
          </ac:spMkLst>
        </pc:spChg>
        <pc:spChg chg="mod ord">
          <ac:chgData name="Keith Fernandes" userId="32a03389372ee1af" providerId="LiveId" clId="{05EC5ABA-2B48-4355-B9D8-4278491CAC10}" dt="2026-02-14T02:43:09.822" v="895" actId="700"/>
          <ac:spMkLst>
            <pc:docMk/>
            <pc:sldMk cId="1524279984" sldId="699"/>
            <ac:spMk id="5" creationId="{3C7DDBD9-75F3-537C-FD63-A324C1724E0E}"/>
          </ac:spMkLst>
        </pc:spChg>
        <pc:spChg chg="mod ord">
          <ac:chgData name="Keith Fernandes" userId="32a03389372ee1af" providerId="LiveId" clId="{05EC5ABA-2B48-4355-B9D8-4278491CAC10}" dt="2026-02-14T02:43:09.822" v="895" actId="700"/>
          <ac:spMkLst>
            <pc:docMk/>
            <pc:sldMk cId="1524279984" sldId="699"/>
            <ac:spMk id="6" creationId="{1713CBB1-73E7-C423-C917-B3542C1DD9DE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7" creationId="{0FEC44AF-FE43-1901-EC38-3215F2AF2589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8" creationId="{BFDD68D0-668F-EFA3-A52B-8DEBDDF8B468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9" creationId="{D761B289-0EBD-B5B4-4B43-CC5E849D26B7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10" creationId="{F2005D90-BE8D-DCC9-1A9E-E83E906E71C6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11" creationId="{1C3CE198-6FA4-2334-5B99-393485C6BDB8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12" creationId="{54EFA52D-422A-088B-5D30-D6DDF0A96535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13" creationId="{5F996CCF-98BF-2941-6027-36ED4A022949}"/>
          </ac:spMkLst>
        </pc:spChg>
        <pc:spChg chg="del">
          <ac:chgData name="Keith Fernandes" userId="32a03389372ee1af" providerId="LiveId" clId="{05EC5ABA-2B48-4355-B9D8-4278491CAC10}" dt="2026-02-14T02:24:41.720" v="627" actId="478"/>
          <ac:spMkLst>
            <pc:docMk/>
            <pc:sldMk cId="1524279984" sldId="699"/>
            <ac:spMk id="14" creationId="{DBFD4B72-8EC0-DBCA-4330-BA8E8435D568}"/>
          </ac:spMkLst>
        </pc:spChg>
        <pc:spChg chg="add del mod">
          <ac:chgData name="Keith Fernandes" userId="32a03389372ee1af" providerId="LiveId" clId="{05EC5ABA-2B48-4355-B9D8-4278491CAC10}" dt="2026-02-14T02:35:16.694" v="795" actId="478"/>
          <ac:spMkLst>
            <pc:docMk/>
            <pc:sldMk cId="1524279984" sldId="699"/>
            <ac:spMk id="19" creationId="{BF566DB1-D88D-B116-7985-4F757B28865F}"/>
          </ac:spMkLst>
        </pc:spChg>
        <pc:spChg chg="mod topLvl">
          <ac:chgData name="Keith Fernandes" userId="32a03389372ee1af" providerId="LiveId" clId="{05EC5ABA-2B48-4355-B9D8-4278491CAC10}" dt="2026-02-14T02:37:19.603" v="800" actId="164"/>
          <ac:spMkLst>
            <pc:docMk/>
            <pc:sldMk cId="1524279984" sldId="699"/>
            <ac:spMk id="32" creationId="{1D8CC43C-608E-D4C0-8117-21E10C666F6D}"/>
          </ac:spMkLst>
        </pc:spChg>
        <pc:spChg chg="add mod topLvl">
          <ac:chgData name="Keith Fernandes" userId="32a03389372ee1af" providerId="LiveId" clId="{05EC5ABA-2B48-4355-B9D8-4278491CAC10}" dt="2026-02-14T02:37:19.603" v="800" actId="164"/>
          <ac:spMkLst>
            <pc:docMk/>
            <pc:sldMk cId="1524279984" sldId="699"/>
            <ac:spMk id="33" creationId="{E1B64E62-6259-96A1-29D6-559C805A23E3}"/>
          </ac:spMkLst>
        </pc:spChg>
        <pc:spChg chg="mod topLvl">
          <ac:chgData name="Keith Fernandes" userId="32a03389372ee1af" providerId="LiveId" clId="{05EC5ABA-2B48-4355-B9D8-4278491CAC10}" dt="2026-02-14T02:37:19.603" v="800" actId="164"/>
          <ac:spMkLst>
            <pc:docMk/>
            <pc:sldMk cId="1524279984" sldId="699"/>
            <ac:spMk id="36" creationId="{DCCA0A46-B857-F5DA-0491-BA321EE6C439}"/>
          </ac:spMkLst>
        </pc:spChg>
        <pc:spChg chg="add mod topLvl">
          <ac:chgData name="Keith Fernandes" userId="32a03389372ee1af" providerId="LiveId" clId="{05EC5ABA-2B48-4355-B9D8-4278491CAC10}" dt="2026-02-14T02:37:19.603" v="800" actId="164"/>
          <ac:spMkLst>
            <pc:docMk/>
            <pc:sldMk cId="1524279984" sldId="699"/>
            <ac:spMk id="37" creationId="{7B6A6E1D-62E0-8588-5916-7AF3E2C90E1C}"/>
          </ac:spMkLst>
        </pc:spChg>
        <pc:spChg chg="add mod topLvl">
          <ac:chgData name="Keith Fernandes" userId="32a03389372ee1af" providerId="LiveId" clId="{05EC5ABA-2B48-4355-B9D8-4278491CAC10}" dt="2026-02-14T02:39:58.429" v="881" actId="20577"/>
          <ac:spMkLst>
            <pc:docMk/>
            <pc:sldMk cId="1524279984" sldId="699"/>
            <ac:spMk id="38" creationId="{0D7F1623-5875-B48E-B934-151F1A68BDFF}"/>
          </ac:spMkLst>
        </pc:spChg>
        <pc:spChg chg="mod">
          <ac:chgData name="Keith Fernandes" userId="32a03389372ee1af" providerId="LiveId" clId="{05EC5ABA-2B48-4355-B9D8-4278491CAC10}" dt="2026-02-14T02:37:21.881" v="801" actId="164"/>
          <ac:spMkLst>
            <pc:docMk/>
            <pc:sldMk cId="1524279984" sldId="699"/>
            <ac:spMk id="39" creationId="{D9D77562-EEB7-5FD9-92B7-91197CC5DBB1}"/>
          </ac:spMkLst>
        </pc:spChg>
        <pc:spChg chg="add mod topLvl">
          <ac:chgData name="Keith Fernandes" userId="32a03389372ee1af" providerId="LiveId" clId="{05EC5ABA-2B48-4355-B9D8-4278491CAC10}" dt="2026-02-14T02:37:21.881" v="801" actId="164"/>
          <ac:spMkLst>
            <pc:docMk/>
            <pc:sldMk cId="1524279984" sldId="699"/>
            <ac:spMk id="40" creationId="{31D30710-0FF5-CC57-83DD-E0B6948C4E42}"/>
          </ac:spMkLst>
        </pc:spChg>
        <pc:spChg chg="add mod topLvl">
          <ac:chgData name="Keith Fernandes" userId="32a03389372ee1af" providerId="LiveId" clId="{05EC5ABA-2B48-4355-B9D8-4278491CAC10}" dt="2026-02-14T02:37:21.881" v="801" actId="164"/>
          <ac:spMkLst>
            <pc:docMk/>
            <pc:sldMk cId="1524279984" sldId="699"/>
            <ac:spMk id="43" creationId="{0DDB598C-F2C2-1B2E-37BB-972C058F0F85}"/>
          </ac:spMkLst>
        </pc:spChg>
        <pc:spChg chg="mod">
          <ac:chgData name="Keith Fernandes" userId="32a03389372ee1af" providerId="LiveId" clId="{05EC5ABA-2B48-4355-B9D8-4278491CAC10}" dt="2026-02-14T02:37:21.881" v="801" actId="164"/>
          <ac:spMkLst>
            <pc:docMk/>
            <pc:sldMk cId="1524279984" sldId="699"/>
            <ac:spMk id="44" creationId="{3156F92A-18A7-0AF3-EFFA-524924BB7798}"/>
          </ac:spMkLst>
        </pc:spChg>
        <pc:spChg chg="add mod topLvl">
          <ac:chgData name="Keith Fernandes" userId="32a03389372ee1af" providerId="LiveId" clId="{05EC5ABA-2B48-4355-B9D8-4278491CAC10}" dt="2026-02-14T02:40:05.651" v="883" actId="20577"/>
          <ac:spMkLst>
            <pc:docMk/>
            <pc:sldMk cId="1524279984" sldId="699"/>
            <ac:spMk id="45" creationId="{DFF517BB-85D1-C814-43BC-2E3C20C3F7AB}"/>
          </ac:spMkLst>
        </pc:spChg>
        <pc:spChg chg="mod">
          <ac:chgData name="Keith Fernandes" userId="32a03389372ee1af" providerId="LiveId" clId="{05EC5ABA-2B48-4355-B9D8-4278491CAC10}" dt="2026-02-14T02:37:26.517" v="803" actId="164"/>
          <ac:spMkLst>
            <pc:docMk/>
            <pc:sldMk cId="1524279984" sldId="699"/>
            <ac:spMk id="46" creationId="{981C0BBE-5C41-1851-1564-15CD00BA0653}"/>
          </ac:spMkLst>
        </pc:spChg>
        <pc:spChg chg="add mod topLvl">
          <ac:chgData name="Keith Fernandes" userId="32a03389372ee1af" providerId="LiveId" clId="{05EC5ABA-2B48-4355-B9D8-4278491CAC10}" dt="2026-02-14T02:37:26.517" v="803" actId="164"/>
          <ac:spMkLst>
            <pc:docMk/>
            <pc:sldMk cId="1524279984" sldId="699"/>
            <ac:spMk id="47" creationId="{60ACEBF1-3417-1DC5-8529-979F9FF4468F}"/>
          </ac:spMkLst>
        </pc:spChg>
        <pc:spChg chg="mod">
          <ac:chgData name="Keith Fernandes" userId="32a03389372ee1af" providerId="LiveId" clId="{05EC5ABA-2B48-4355-B9D8-4278491CAC10}" dt="2026-02-14T02:37:26.517" v="803" actId="164"/>
          <ac:spMkLst>
            <pc:docMk/>
            <pc:sldMk cId="1524279984" sldId="699"/>
            <ac:spMk id="50" creationId="{A7803C10-D4BD-29F3-1C1C-92BF31930D15}"/>
          </ac:spMkLst>
        </pc:spChg>
        <pc:spChg chg="add mod topLvl">
          <ac:chgData name="Keith Fernandes" userId="32a03389372ee1af" providerId="LiveId" clId="{05EC5ABA-2B48-4355-B9D8-4278491CAC10}" dt="2026-02-14T02:37:26.517" v="803" actId="164"/>
          <ac:spMkLst>
            <pc:docMk/>
            <pc:sldMk cId="1524279984" sldId="699"/>
            <ac:spMk id="51" creationId="{8E562ACD-F439-625C-21A8-3C7EFE149706}"/>
          </ac:spMkLst>
        </pc:spChg>
        <pc:spChg chg="mod">
          <ac:chgData name="Keith Fernandes" userId="32a03389372ee1af" providerId="LiveId" clId="{05EC5ABA-2B48-4355-B9D8-4278491CAC10}" dt="2026-02-14T02:40:13.383" v="886" actId="20577"/>
          <ac:spMkLst>
            <pc:docMk/>
            <pc:sldMk cId="1524279984" sldId="699"/>
            <ac:spMk id="52" creationId="{CDFCCB17-EF86-EEE1-766F-31E1E1F7C5C3}"/>
          </ac:spMkLst>
        </pc:spChg>
        <pc:spChg chg="mod">
          <ac:chgData name="Keith Fernandes" userId="32a03389372ee1af" providerId="LiveId" clId="{05EC5ABA-2B48-4355-B9D8-4278491CAC10}" dt="2026-02-14T02:37:24.247" v="802" actId="164"/>
          <ac:spMkLst>
            <pc:docMk/>
            <pc:sldMk cId="1524279984" sldId="699"/>
            <ac:spMk id="53" creationId="{BFB7857A-646F-3BF6-F755-A8CCCA7B5B81}"/>
          </ac:spMkLst>
        </pc:spChg>
        <pc:spChg chg="mod">
          <ac:chgData name="Keith Fernandes" userId="32a03389372ee1af" providerId="LiveId" clId="{05EC5ABA-2B48-4355-B9D8-4278491CAC10}" dt="2026-02-14T02:37:24.247" v="802" actId="164"/>
          <ac:spMkLst>
            <pc:docMk/>
            <pc:sldMk cId="1524279984" sldId="699"/>
            <ac:spMk id="54" creationId="{2C90D60D-8471-1E30-72A4-BA5E0B08F0C6}"/>
          </ac:spMkLst>
        </pc:spChg>
        <pc:spChg chg="add mod topLvl">
          <ac:chgData name="Keith Fernandes" userId="32a03389372ee1af" providerId="LiveId" clId="{05EC5ABA-2B48-4355-B9D8-4278491CAC10}" dt="2026-02-14T02:37:24.247" v="802" actId="164"/>
          <ac:spMkLst>
            <pc:docMk/>
            <pc:sldMk cId="1524279984" sldId="699"/>
            <ac:spMk id="57" creationId="{7CBEE448-08A2-9A00-151D-6CEFCBDA200C}"/>
          </ac:spMkLst>
        </pc:spChg>
        <pc:spChg chg="add mod topLvl">
          <ac:chgData name="Keith Fernandes" userId="32a03389372ee1af" providerId="LiveId" clId="{05EC5ABA-2B48-4355-B9D8-4278491CAC10}" dt="2026-02-14T02:37:24.247" v="802" actId="164"/>
          <ac:spMkLst>
            <pc:docMk/>
            <pc:sldMk cId="1524279984" sldId="699"/>
            <ac:spMk id="58" creationId="{1CB51D95-AF9D-AF17-6498-7B1AF5589DE2}"/>
          </ac:spMkLst>
        </pc:spChg>
        <pc:spChg chg="mod">
          <ac:chgData name="Keith Fernandes" userId="32a03389372ee1af" providerId="LiveId" clId="{05EC5ABA-2B48-4355-B9D8-4278491CAC10}" dt="2026-02-14T02:37:24.247" v="802" actId="164"/>
          <ac:spMkLst>
            <pc:docMk/>
            <pc:sldMk cId="1524279984" sldId="699"/>
            <ac:spMk id="59" creationId="{ACC412EB-62BA-A52A-E953-C122D93E4BEC}"/>
          </ac:spMkLst>
        </pc:spChg>
        <pc:grpChg chg="add del mod">
          <ac:chgData name="Keith Fernandes" userId="32a03389372ee1af" providerId="LiveId" clId="{05EC5ABA-2B48-4355-B9D8-4278491CAC10}" dt="2026-02-14T02:30:57.416" v="739" actId="165"/>
          <ac:grpSpMkLst>
            <pc:docMk/>
            <pc:sldMk cId="1524279984" sldId="699"/>
            <ac:grpSpMk id="4" creationId="{384EBC95-05CC-6B1F-3A06-B59A68561E4A}"/>
          </ac:grpSpMkLst>
        </pc:grpChg>
        <pc:grpChg chg="add mod">
          <ac:chgData name="Keith Fernandes" userId="32a03389372ee1af" providerId="LiveId" clId="{05EC5ABA-2B48-4355-B9D8-4278491CAC10}" dt="2026-02-14T02:40:26.085" v="890" actId="1035"/>
          <ac:grpSpMkLst>
            <pc:docMk/>
            <pc:sldMk cId="1524279984" sldId="699"/>
            <ac:grpSpMk id="4" creationId="{F27148F2-6727-F7B1-F701-63EF11156ABC}"/>
          </ac:grpSpMkLst>
        </pc:grpChg>
        <pc:grpChg chg="add mod">
          <ac:chgData name="Keith Fernandes" userId="32a03389372ee1af" providerId="LiveId" clId="{05EC5ABA-2B48-4355-B9D8-4278491CAC10}" dt="2026-02-14T02:40:26.085" v="890" actId="1035"/>
          <ac:grpSpMkLst>
            <pc:docMk/>
            <pc:sldMk cId="1524279984" sldId="699"/>
            <ac:grpSpMk id="7" creationId="{8E393841-8385-14D1-66BD-6D40A2B58088}"/>
          </ac:grpSpMkLst>
        </pc:grpChg>
        <pc:grpChg chg="add mod">
          <ac:chgData name="Keith Fernandes" userId="32a03389372ee1af" providerId="LiveId" clId="{05EC5ABA-2B48-4355-B9D8-4278491CAC10}" dt="2026-02-14T02:40:26.085" v="890" actId="1035"/>
          <ac:grpSpMkLst>
            <pc:docMk/>
            <pc:sldMk cId="1524279984" sldId="699"/>
            <ac:grpSpMk id="8" creationId="{BFDFF8BF-6265-EE9A-C0D0-929B24D7E87C}"/>
          </ac:grpSpMkLst>
        </pc:grpChg>
        <pc:grpChg chg="add mod">
          <ac:chgData name="Keith Fernandes" userId="32a03389372ee1af" providerId="LiveId" clId="{05EC5ABA-2B48-4355-B9D8-4278491CAC10}" dt="2026-02-14T02:40:26.085" v="890" actId="1035"/>
          <ac:grpSpMkLst>
            <pc:docMk/>
            <pc:sldMk cId="1524279984" sldId="699"/>
            <ac:grpSpMk id="9" creationId="{2F435872-99AB-52AF-AC8E-11250F963560}"/>
          </ac:grpSpMkLst>
        </pc:grpChg>
        <pc:grpChg chg="add mod">
          <ac:chgData name="Keith Fernandes" userId="32a03389372ee1af" providerId="LiveId" clId="{05EC5ABA-2B48-4355-B9D8-4278491CAC10}" dt="2026-02-14T02:32:03.227" v="750" actId="552"/>
          <ac:grpSpMkLst>
            <pc:docMk/>
            <pc:sldMk cId="1524279984" sldId="699"/>
            <ac:grpSpMk id="15" creationId="{77DFDF3E-BFB0-A61D-9150-470E3A76A5F6}"/>
          </ac:grpSpMkLst>
        </pc:grpChg>
        <pc:grpChg chg="add mod">
          <ac:chgData name="Keith Fernandes" userId="32a03389372ee1af" providerId="LiveId" clId="{05EC5ABA-2B48-4355-B9D8-4278491CAC10}" dt="2026-02-14T02:31:57.812" v="749" actId="552"/>
          <ac:grpSpMkLst>
            <pc:docMk/>
            <pc:sldMk cId="1524279984" sldId="699"/>
            <ac:grpSpMk id="16" creationId="{C3B93B5E-F1DA-4E73-B6A2-08AF66F54EA3}"/>
          </ac:grpSpMkLst>
        </pc:grpChg>
        <pc:grpChg chg="add mod">
          <ac:chgData name="Keith Fernandes" userId="32a03389372ee1af" providerId="LiveId" clId="{05EC5ABA-2B48-4355-B9D8-4278491CAC10}" dt="2026-02-14T02:32:03.227" v="750" actId="552"/>
          <ac:grpSpMkLst>
            <pc:docMk/>
            <pc:sldMk cId="1524279984" sldId="699"/>
            <ac:grpSpMk id="17" creationId="{48FDF04D-D78D-326D-307B-15083C2AF1B9}"/>
          </ac:grpSpMkLst>
        </pc:grpChg>
        <pc:grpChg chg="add mod">
          <ac:chgData name="Keith Fernandes" userId="32a03389372ee1af" providerId="LiveId" clId="{05EC5ABA-2B48-4355-B9D8-4278491CAC10}" dt="2026-02-14T02:31:57.812" v="749" actId="552"/>
          <ac:grpSpMkLst>
            <pc:docMk/>
            <pc:sldMk cId="1524279984" sldId="699"/>
            <ac:grpSpMk id="18" creationId="{786352E4-6A60-BB32-13D5-9AFF38EAEE99}"/>
          </ac:grpSpMkLst>
        </pc:grpChg>
      </pc:sldChg>
      <pc:sldChg chg="modSp add mod">
        <pc:chgData name="Keith Fernandes" userId="32a03389372ee1af" providerId="LiveId" clId="{05EC5ABA-2B48-4355-B9D8-4278491CAC10}" dt="2026-02-14T05:11:04.569" v="1499" actId="20577"/>
        <pc:sldMkLst>
          <pc:docMk/>
          <pc:sldMk cId="2546937311" sldId="700"/>
        </pc:sldMkLst>
        <pc:spChg chg="mod">
          <ac:chgData name="Keith Fernandes" userId="32a03389372ee1af" providerId="LiveId" clId="{05EC5ABA-2B48-4355-B9D8-4278491CAC10}" dt="2026-02-14T05:07:36.515" v="1423" actId="113"/>
          <ac:spMkLst>
            <pc:docMk/>
            <pc:sldMk cId="2546937311" sldId="700"/>
            <ac:spMk id="2" creationId="{E44E278B-3804-5B34-B401-4AC1DFA58E31}"/>
          </ac:spMkLst>
        </pc:spChg>
        <pc:spChg chg="mod">
          <ac:chgData name="Keith Fernandes" userId="32a03389372ee1af" providerId="LiveId" clId="{05EC5ABA-2B48-4355-B9D8-4278491CAC10}" dt="2026-02-14T05:11:04.569" v="1499" actId="20577"/>
          <ac:spMkLst>
            <pc:docMk/>
            <pc:sldMk cId="2546937311" sldId="700"/>
            <ac:spMk id="3" creationId="{FE46B5E4-0D73-3957-74AB-6D8C4CF687C5}"/>
          </ac:spMkLst>
        </pc:spChg>
        <pc:spChg chg="mod">
          <ac:chgData name="Keith Fernandes" userId="32a03389372ee1af" providerId="LiveId" clId="{05EC5ABA-2B48-4355-B9D8-4278491CAC10}" dt="2026-02-14T05:07:06.721" v="1417" actId="207"/>
          <ac:spMkLst>
            <pc:docMk/>
            <pc:sldMk cId="2546937311" sldId="700"/>
            <ac:spMk id="6" creationId="{7CB42CEC-2821-EA98-7F15-682C4219E5BA}"/>
          </ac:spMkLst>
        </pc:spChg>
        <pc:spChg chg="mod">
          <ac:chgData name="Keith Fernandes" userId="32a03389372ee1af" providerId="LiveId" clId="{05EC5ABA-2B48-4355-B9D8-4278491CAC10}" dt="2026-02-14T05:09:32.831" v="1463" actId="20577"/>
          <ac:spMkLst>
            <pc:docMk/>
            <pc:sldMk cId="2546937311" sldId="700"/>
            <ac:spMk id="7" creationId="{89E18254-EB57-42FB-DB56-5E3EAB78BD3F}"/>
          </ac:spMkLst>
        </pc:spChg>
        <pc:spChg chg="mod">
          <ac:chgData name="Keith Fernandes" userId="32a03389372ee1af" providerId="LiveId" clId="{05EC5ABA-2B48-4355-B9D8-4278491CAC10}" dt="2026-02-14T05:09:53.448" v="1470"/>
          <ac:spMkLst>
            <pc:docMk/>
            <pc:sldMk cId="2546937311" sldId="700"/>
            <ac:spMk id="8" creationId="{E5021904-CC36-1F5B-5E01-40690DDA6C50}"/>
          </ac:spMkLst>
        </pc:spChg>
        <pc:spChg chg="mod">
          <ac:chgData name="Keith Fernandes" userId="32a03389372ee1af" providerId="LiveId" clId="{05EC5ABA-2B48-4355-B9D8-4278491CAC10}" dt="2026-02-14T05:10:32.597" v="1482" actId="20577"/>
          <ac:spMkLst>
            <pc:docMk/>
            <pc:sldMk cId="2546937311" sldId="700"/>
            <ac:spMk id="9" creationId="{F520DB1A-42E3-2090-532F-8DCCCA6B1CD2}"/>
          </ac:spMkLst>
        </pc:spChg>
        <pc:spChg chg="mod">
          <ac:chgData name="Keith Fernandes" userId="32a03389372ee1af" providerId="LiveId" clId="{05EC5ABA-2B48-4355-B9D8-4278491CAC10}" dt="2026-02-14T05:09:46.824" v="1469" actId="20577"/>
          <ac:spMkLst>
            <pc:docMk/>
            <pc:sldMk cId="2546937311" sldId="700"/>
            <ac:spMk id="10" creationId="{B260603F-DF28-FDA7-9F32-5D9CBF48A922}"/>
          </ac:spMkLst>
        </pc:spChg>
        <pc:spChg chg="mod">
          <ac:chgData name="Keith Fernandes" userId="32a03389372ee1af" providerId="LiveId" clId="{05EC5ABA-2B48-4355-B9D8-4278491CAC10}" dt="2026-02-14T05:10:46.655" v="1492" actId="20577"/>
          <ac:spMkLst>
            <pc:docMk/>
            <pc:sldMk cId="2546937311" sldId="700"/>
            <ac:spMk id="11" creationId="{98FE6EA3-1573-44CC-AFF8-80012E0B53ED}"/>
          </ac:spMkLst>
        </pc:spChg>
        <pc:spChg chg="mod">
          <ac:chgData name="Keith Fernandes" userId="32a03389372ee1af" providerId="LiveId" clId="{05EC5ABA-2B48-4355-B9D8-4278491CAC10}" dt="2026-02-14T05:09:58.940" v="1472"/>
          <ac:spMkLst>
            <pc:docMk/>
            <pc:sldMk cId="2546937311" sldId="700"/>
            <ac:spMk id="12" creationId="{EA8F33D8-3142-4EF8-E928-0EC6A0D96435}"/>
          </ac:spMkLst>
        </pc:spChg>
        <pc:spChg chg="mod">
          <ac:chgData name="Keith Fernandes" userId="32a03389372ee1af" providerId="LiveId" clId="{05EC5ABA-2B48-4355-B9D8-4278491CAC10}" dt="2026-02-14T05:09:56.909" v="1471"/>
          <ac:spMkLst>
            <pc:docMk/>
            <pc:sldMk cId="2546937311" sldId="700"/>
            <ac:spMk id="13" creationId="{743BF92D-12CB-660E-1119-AA0C9BC384DB}"/>
          </ac:spMkLst>
        </pc:spChg>
        <pc:spChg chg="mod">
          <ac:chgData name="Keith Fernandes" userId="32a03389372ee1af" providerId="LiveId" clId="{05EC5ABA-2B48-4355-B9D8-4278491CAC10}" dt="2026-02-14T05:10:01.387" v="1473"/>
          <ac:spMkLst>
            <pc:docMk/>
            <pc:sldMk cId="2546937311" sldId="700"/>
            <ac:spMk id="14" creationId="{5D98949A-1BC6-0EC3-8F79-C2190F9FEE36}"/>
          </ac:spMkLst>
        </pc:spChg>
      </pc:sldChg>
      <pc:sldMasterChg chg="delSldLayout modSldLayout">
        <pc:chgData name="Keith Fernandes" userId="32a03389372ee1af" providerId="LiveId" clId="{05EC5ABA-2B48-4355-B9D8-4278491CAC10}" dt="2026-02-14T02:45:51.364" v="917" actId="478"/>
        <pc:sldMasterMkLst>
          <pc:docMk/>
          <pc:sldMasterMk cId="3570712919" sldId="2147483685"/>
        </pc:sldMasterMkLst>
        <pc:sldLayoutChg chg="delSp modSp mod">
          <pc:chgData name="Keith Fernandes" userId="32a03389372ee1af" providerId="LiveId" clId="{05EC5ABA-2B48-4355-B9D8-4278491CAC10}" dt="2026-02-14T02:45:51.364" v="917" actId="478"/>
          <pc:sldLayoutMkLst>
            <pc:docMk/>
            <pc:sldMasterMk cId="3570712919" sldId="2147483685"/>
            <pc:sldLayoutMk cId="2562604647" sldId="2147483698"/>
          </pc:sldLayoutMkLst>
          <pc:spChg chg="del">
            <ac:chgData name="Keith Fernandes" userId="32a03389372ee1af" providerId="LiveId" clId="{05EC5ABA-2B48-4355-B9D8-4278491CAC10}" dt="2026-02-14T02:45:51.364" v="917" actId="478"/>
            <ac:spMkLst>
              <pc:docMk/>
              <pc:sldMasterMk cId="3570712919" sldId="2147483685"/>
              <pc:sldLayoutMk cId="2562604647" sldId="2147483698"/>
              <ac:spMk id="5" creationId="{00000000-0000-0000-0000-000000000000}"/>
            </ac:spMkLst>
          </pc:spChg>
          <pc:spChg chg="mod">
            <ac:chgData name="Keith Fernandes" userId="32a03389372ee1af" providerId="LiveId" clId="{05EC5ABA-2B48-4355-B9D8-4278491CAC10}" dt="2026-02-14T02:45:33.850" v="915" actId="404"/>
            <ac:spMkLst>
              <pc:docMk/>
              <pc:sldMasterMk cId="3570712919" sldId="2147483685"/>
              <pc:sldLayoutMk cId="2562604647" sldId="2147483698"/>
              <ac:spMk id="24" creationId="{8DB4EF47-F609-FB0A-8616-6963B89CD874}"/>
            </ac:spMkLst>
          </pc:spChg>
          <pc:picChg chg="del">
            <ac:chgData name="Keith Fernandes" userId="32a03389372ee1af" providerId="LiveId" clId="{05EC5ABA-2B48-4355-B9D8-4278491CAC10}" dt="2026-02-14T02:45:48.862" v="916" actId="478"/>
            <ac:picMkLst>
              <pc:docMk/>
              <pc:sldMasterMk cId="3570712919" sldId="2147483685"/>
              <pc:sldLayoutMk cId="2562604647" sldId="2147483698"/>
              <ac:picMk id="13" creationId="{8DC25A00-32A6-1D58-83C2-4F6424415FB4}"/>
            </ac:picMkLst>
          </pc:picChg>
        </pc:sldLayoutChg>
        <pc:sldLayoutChg chg="del">
          <pc:chgData name="Keith Fernandes" userId="32a03389372ee1af" providerId="LiveId" clId="{05EC5ABA-2B48-4355-B9D8-4278491CAC10}" dt="2026-02-14T02:34:50.941" v="790" actId="2696"/>
          <pc:sldLayoutMkLst>
            <pc:docMk/>
            <pc:sldMasterMk cId="3570712919" sldId="2147483685"/>
            <pc:sldLayoutMk cId="856211591" sldId="214748369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D65D5-9D2C-4942-B9BD-DD9B7109DCB7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67138-1A49-424C-A7DD-A3AE36624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19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7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8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2797-B8B3-C04F-DB00-BA9DC746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10308-318A-1105-75E6-0886E051C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70359-5EAD-905E-6B2C-6E210014F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DDF8B-AA20-9178-AEF5-C3D158892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18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1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61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6B28-C019-2DD4-5E98-4D3A7031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844B5-814D-0F5B-117F-6F8DFD13E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A9B25-4575-41C0-3BDA-B97B5E543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E614-D06B-EF1D-3809-4372D23D0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44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3398-1157-9191-0486-B25D699C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06744-C739-F75A-9AEE-A2C55E155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71C4F-F16F-4D6D-8848-51548FD1D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DF276-0FFF-F6ED-6BA8-B07B80C97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22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A666-5343-1155-9B60-13E41038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63118-9887-CC25-AC66-6381D53CE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4A91C-494D-4A41-AA63-B0915AE73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60BC-F895-AB06-3E48-68D6F1CEF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4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Author: </a:t>
            </a:r>
            <a:r>
              <a:rPr lang="en-US" dirty="0"/>
              <a:t>Mark </a:t>
            </a:r>
            <a:r>
              <a:rPr lang="en-US" dirty="0" err="1"/>
              <a:t>Nold</a:t>
            </a:r>
            <a:endParaRPr lang="en-US" dirty="0"/>
          </a:p>
          <a:p>
            <a:r>
              <a:rPr lang="en-US" b="1" dirty="0"/>
              <a:t>Website: </a:t>
            </a:r>
            <a:r>
              <a:rPr lang="en-US" b="0" dirty="0"/>
              <a:t>https://</a:t>
            </a:r>
            <a:r>
              <a:rPr lang="en-US" b="0" dirty="0" err="1"/>
              <a:t>marknold.substack.com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This template is intended to help future business leaders and consultants learn how to communicate better. It is available at </a:t>
            </a:r>
            <a:r>
              <a:rPr lang="en-US" dirty="0" err="1"/>
              <a:t>marknold.substack.com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template is released under </a:t>
            </a:r>
            <a:r>
              <a:rPr lang="en-US" b="1" dirty="0"/>
              <a:t>Creative Commons By 4.0 Deed, </a:t>
            </a:r>
            <a:r>
              <a:rPr lang="en-US" dirty="0"/>
              <a:t>which means</a:t>
            </a:r>
          </a:p>
          <a:p>
            <a:r>
              <a:rPr lang="en-US" dirty="0"/>
              <a:t>* You are free to Share and Adapt, but;</a:t>
            </a:r>
          </a:p>
          <a:p>
            <a:r>
              <a:rPr lang="en-US" dirty="0"/>
              <a:t>* You must give appropriate credit to the author and website.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eg</a:t>
            </a:r>
            <a:r>
              <a:rPr lang="en-US" dirty="0"/>
              <a:t>: "Using </a:t>
            </a:r>
            <a:r>
              <a:rPr lang="en-US" b="1" dirty="0"/>
              <a:t>Mark </a:t>
            </a:r>
            <a:r>
              <a:rPr lang="en-US" b="1" dirty="0" err="1"/>
              <a:t>Nold</a:t>
            </a:r>
            <a:r>
              <a:rPr lang="en-US" b="0" dirty="0" err="1"/>
              <a:t>’s</a:t>
            </a:r>
            <a:r>
              <a:rPr lang="en-US" dirty="0"/>
              <a:t> template found at </a:t>
            </a:r>
            <a:r>
              <a:rPr lang="en-US" b="1" dirty="0"/>
              <a:t>https://</a:t>
            </a:r>
            <a:r>
              <a:rPr lang="en-US" b="1" dirty="0" err="1"/>
              <a:t>marknold.substack.com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For further details on the Creative Commons By 4.0 Deed, please see https://</a:t>
            </a:r>
            <a:r>
              <a:rPr lang="en-US" dirty="0" err="1"/>
              <a:t>creativecommons.org</a:t>
            </a:r>
            <a:r>
              <a:rPr lang="en-US" dirty="0"/>
              <a:t>/licenses/by/4.0/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7138-1A49-424C-A7DD-A3AE36624C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6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BC20-3FC9-2BFF-89AE-8317F7C78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5B134-1E23-FFE3-805F-1571285E6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8DA0-594E-5B24-7769-85CC91D1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6BAA3-69D4-6C5D-CF62-0C23053E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064E-B24A-0E36-2F7E-80A10E77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5635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76A7-9283-2804-201A-F48D8D45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8F6FA-B079-4F87-E8DF-A11E14ECE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5D5EC-80A1-2788-6040-B57F996A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86949-9FC1-AB10-0063-DC57D017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57CE5-51C6-7D19-7144-B97C55A6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9423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DF2E-EA7E-6570-6B32-4F27EF6A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39153-A53F-36AF-D65C-34007B74A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06F10-B31D-3117-43F6-F3F4B4CC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5880B-4597-DABF-8830-E33E4025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34A4-F744-8B43-7285-3C0C2A9E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461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92AF-BABA-4FC0-DE9E-0DE461B5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DD0A6-332E-B3BC-2DEF-56413CFEF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4DB0D-C4A5-E91D-8352-CE9B6C5EC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26522-2627-4CA9-86A6-F0032477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B04DD-D97E-2698-8BE1-BE7D7ED3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4581E-CA31-DE61-44D6-5C06635B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7147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27F9-DD3E-3B2F-A11A-71872006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86DB5-6B8E-3BA2-A37E-FAD5428A2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DA6F-1CF7-1A28-87A9-F5F8CD184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BEA8C-01F8-4797-42F0-2727FA5F0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9EC17-A159-E696-4BE4-9AFE59BC6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FED67-8195-D9BD-DDCF-E44D896D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987FE-5962-88BF-C153-6F8B928A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96C9A-FEB6-183F-6EE3-0FCCBD73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7816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529F-1F64-DBBD-2A08-DEC694BE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D87B4-19D3-0ACB-BFE0-D423C6D6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598E3-FEBE-BC2C-0565-4AA0D062B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7E517-C5D2-B3CA-1B5C-7B8A0F6A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6160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EC10F-61D9-5E13-9A13-4B04B167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B3CE0-E252-46D2-A2DA-70352A39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7DB9F-AC76-9DF9-50DB-84DB35D4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5377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9BB9-F0DC-34A6-F2EA-8DC90893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8F679-A6ED-9AD6-23CF-00E95D80E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97FD5-72CF-57B4-E08C-CEE009D9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3476B-FC39-42A2-C8EE-BE6D87CE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0AFCF-EF05-6FE6-E003-72B27B60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D8D7D-87F8-5F61-AD91-9D1664F2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5347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3163-D2DB-EE51-3DE7-5A660368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1CDAB-682B-8CB6-870D-9F8FB658E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3F938-1FC6-501D-CB97-DAC378961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6A1C0-E031-49EB-A07A-D7F16095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C1201-13D0-6571-A0E8-13D10269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E68D8-CAA1-3020-0DDC-EE879603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8629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8247-1FDC-CF6B-4C9B-8D92866F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A393E-2D33-8528-64B8-C2AE4DE24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0476-0211-6296-6088-2B772532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1504-9280-52B0-5E57-15B13D97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C606A-E3BB-3EB4-04B3-2ADA565B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8949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513BA-BE5D-DC4E-65D5-585E41D57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308F0-4F6C-F8B5-6990-D67D02649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B17EF-1E06-FD68-5FA2-6BBA93B0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F1635-7F6F-1D3A-840F-4E274916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D4B3-81D5-DFBC-E3CD-A1190652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016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KNOWN IF USE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7AB7-63CB-030B-C7BE-96F53435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F12A5-C6BE-1865-4E0A-F50A593D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9856E-6EEB-212A-987B-FF5BF93F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E4BA0-43DB-37E9-BD2A-A9097B5B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48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223" y="650963"/>
            <a:ext cx="12791915" cy="495155"/>
          </a:xfrm>
        </p:spPr>
        <p:txBody>
          <a:bodyPr lIns="72000" tIns="72000" rIns="72000" bIns="0" anchor="b" anchorCtr="0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223" y="1191027"/>
            <a:ext cx="12791916" cy="648787"/>
          </a:xfrm>
        </p:spPr>
        <p:txBody>
          <a:bodyPr lIns="72000" tIns="72000" rIns="72000" bIns="72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600" i="1">
                <a:solidFill>
                  <a:schemeClr val="accent1"/>
                </a:solidFill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61768" y="6937100"/>
            <a:ext cx="716095" cy="439032"/>
          </a:xfrm>
        </p:spPr>
        <p:txBody>
          <a:bodyPr lIns="0" tIns="72000" rIns="72000" bIns="72000"/>
          <a:lstStyle>
            <a:lvl1pPr algn="l">
              <a:defRPr sz="100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r>
              <a:rPr lang="en-US" dirty="0"/>
              <a:t>| </a:t>
            </a:r>
            <a:fld id="{3AA07942-A2DC-FF41-8FBA-17A323438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4EF47-F609-FB0A-8616-6963B89CD874}"/>
              </a:ext>
            </a:extLst>
          </p:cNvPr>
          <p:cNvSpPr txBox="1"/>
          <p:nvPr userDrawn="1"/>
        </p:nvSpPr>
        <p:spPr>
          <a:xfrm>
            <a:off x="9388063" y="6937099"/>
            <a:ext cx="3051672" cy="439032"/>
          </a:xfrm>
          <a:prstGeom prst="rect">
            <a:avLst/>
          </a:prstGeom>
        </p:spPr>
        <p:txBody>
          <a:bodyPr vert="horz" lIns="72000" tIns="72000" rIns="36000" bIns="72000" rtlCol="0" anchor="ctr"/>
          <a:lstStyle>
            <a:defPPr>
              <a:defRPr lang="en-US"/>
            </a:defPPr>
            <a:lvl1pPr algn="ctr">
              <a:defRPr sz="1000"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pPr lvl="0" algn="r"/>
            <a:r>
              <a:rPr lang="en-US" dirty="0"/>
              <a:t>Keith Fernandes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2B6453-217D-DF8E-B36E-4AF51D865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950" y="246063"/>
            <a:ext cx="12791914" cy="300037"/>
          </a:xfrm>
          <a:ln>
            <a:noFill/>
          </a:ln>
        </p:spPr>
        <p:txBody>
          <a:bodyPr wrap="none" anchor="ctr" anchorCtr="0"/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6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DC25A00-32A6-1D58-83C2-4F6424415F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463" y="6755067"/>
            <a:ext cx="587001" cy="6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3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Righ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DC25A00-32A6-1D58-83C2-4F6424415F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60887" y="6755067"/>
            <a:ext cx="587001" cy="6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2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eft LAR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DAE2C8-FECA-3747-F6B7-8253E48A3AC9}"/>
              </a:ext>
            </a:extLst>
          </p:cNvPr>
          <p:cNvGrpSpPr/>
          <p:nvPr userDrawn="1"/>
        </p:nvGrpSpPr>
        <p:grpSpPr>
          <a:xfrm>
            <a:off x="349141" y="6558406"/>
            <a:ext cx="811293" cy="661408"/>
            <a:chOff x="4498452" y="3033863"/>
            <a:chExt cx="2757453" cy="2248017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7441AEB-5923-7F38-2F1C-A99432F78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0805" y="3097480"/>
              <a:ext cx="2705100" cy="2184400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4365398-1E10-FF73-18D6-E9C1EDB84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98452" y="3033863"/>
              <a:ext cx="2705100" cy="218440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F2866C24-D237-9B31-7F7D-8868151E1D15}"/>
              </a:ext>
            </a:extLst>
          </p:cNvPr>
          <p:cNvSpPr txBox="1">
            <a:spLocks/>
          </p:cNvSpPr>
          <p:nvPr userDrawn="1"/>
        </p:nvSpPr>
        <p:spPr>
          <a:xfrm>
            <a:off x="1219356" y="6681334"/>
            <a:ext cx="4529978" cy="481230"/>
          </a:xfrm>
          <a:prstGeom prst="rect">
            <a:avLst/>
          </a:prstGeom>
        </p:spPr>
        <p:txBody>
          <a:bodyPr vert="horz" lIns="72000" tIns="72000" rIns="72000" bIns="72000" rtlCol="0" anchor="ctr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My Consulting Company</a:t>
            </a:r>
          </a:p>
        </p:txBody>
      </p:sp>
    </p:spTree>
    <p:extLst>
      <p:ext uri="{BB962C8B-B14F-4D97-AF65-F5344CB8AC3E}">
        <p14:creationId xmlns:p14="http://schemas.microsoft.com/office/powerpoint/2010/main" val="12746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80CC6-4E65-DA96-AD2F-533DF2F4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60650-40C4-55D6-477B-1455FE1CA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3281-98E3-DDB9-F5FE-AE901EF57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9839-7D0F-0CAB-1320-6BBBF19E4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ECCDA-A19B-EED9-B621-455F81F8A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1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82" r:id="rId14"/>
    <p:sldLayoutId id="2147483683" r:id="rId15"/>
    <p:sldLayoutId id="2147483684" r:id="rId16"/>
  </p:sldLayoutIdLst>
  <p:hf hd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C56E5-5F68-A5EB-4DC7-38500693D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6" r="27672" b="2382"/>
          <a:stretch>
            <a:fillRect/>
          </a:stretch>
        </p:blipFill>
        <p:spPr>
          <a:xfrm>
            <a:off x="2769679" y="0"/>
            <a:ext cx="10670096" cy="753827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4EA4FC3C-F512-829C-A6C0-7FE3E59C56FE}"/>
              </a:ext>
            </a:extLst>
          </p:cNvPr>
          <p:cNvSpPr/>
          <p:nvPr/>
        </p:nvSpPr>
        <p:spPr>
          <a:xfrm>
            <a:off x="0" y="-1"/>
            <a:ext cx="10234529" cy="7559675"/>
          </a:xfrm>
          <a:custGeom>
            <a:avLst/>
            <a:gdLst>
              <a:gd name="connsiteX0" fmla="*/ 0 w 10234529"/>
              <a:gd name="connsiteY0" fmla="*/ 0 h 7559675"/>
              <a:gd name="connsiteX1" fmla="*/ 4488983 w 10234529"/>
              <a:gd name="connsiteY1" fmla="*/ 0 h 7559675"/>
              <a:gd name="connsiteX2" fmla="*/ 4487864 w 10234529"/>
              <a:gd name="connsiteY2" fmla="*/ 49210 h 7559675"/>
              <a:gd name="connsiteX3" fmla="*/ 9951696 w 10234529"/>
              <a:gd name="connsiteY3" fmla="*/ 7503513 h 7559675"/>
              <a:gd name="connsiteX4" fmla="*/ 10234529 w 10234529"/>
              <a:gd name="connsiteY4" fmla="*/ 7559675 h 7559675"/>
              <a:gd name="connsiteX5" fmla="*/ 0 w 10234529"/>
              <a:gd name="connsiteY5" fmla="*/ 7559675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34529" h="7559675">
                <a:moveTo>
                  <a:pt x="0" y="0"/>
                </a:moveTo>
                <a:lnTo>
                  <a:pt x="4488983" y="0"/>
                </a:lnTo>
                <a:lnTo>
                  <a:pt x="4487864" y="49210"/>
                </a:lnTo>
                <a:cubicBezTo>
                  <a:pt x="4487864" y="3726199"/>
                  <a:pt x="6833494" y="6794012"/>
                  <a:pt x="9951696" y="7503513"/>
                </a:cubicBezTo>
                <a:lnTo>
                  <a:pt x="10234529" y="7559675"/>
                </a:lnTo>
                <a:lnTo>
                  <a:pt x="0" y="75596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AA5506-64E5-E8C2-BD01-87CF2503E7F2}"/>
              </a:ext>
            </a:extLst>
          </p:cNvPr>
          <p:cNvSpPr txBox="1">
            <a:spLocks/>
          </p:cNvSpPr>
          <p:nvPr/>
        </p:nvSpPr>
        <p:spPr>
          <a:xfrm>
            <a:off x="401029" y="3779836"/>
            <a:ext cx="5152757" cy="536021"/>
          </a:xfrm>
          <a:prstGeom prst="rect">
            <a:avLst/>
          </a:prstGeom>
        </p:spPr>
        <p:txBody>
          <a:bodyPr vert="horz" lIns="72000" tIns="72000" rIns="72000" bIns="72000" rtlCol="0" anchor="ctr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Grocery Data Using the </a:t>
            </a:r>
            <a:r>
              <a:rPr lang="en-US" sz="1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Apriori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Algorithm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2909F9-8CAE-65B4-2EA2-AA70A9645669}"/>
              </a:ext>
            </a:extLst>
          </p:cNvPr>
          <p:cNvSpPr txBox="1">
            <a:spLocks/>
          </p:cNvSpPr>
          <p:nvPr/>
        </p:nvSpPr>
        <p:spPr>
          <a:xfrm>
            <a:off x="401030" y="608515"/>
            <a:ext cx="4563209" cy="3442420"/>
          </a:xfrm>
          <a:prstGeom prst="rect">
            <a:avLst/>
          </a:prstGeom>
        </p:spPr>
        <p:txBody>
          <a:bodyPr vert="horz" lIns="72000" tIns="72000" rIns="72000" bIns="72000" rtlCol="0" anchor="t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600" b="1" dirty="0"/>
              <a:t>Market </a:t>
            </a:r>
            <a:br>
              <a:rPr lang="en-US" sz="6600" b="1" dirty="0"/>
            </a:br>
            <a:r>
              <a:rPr lang="en-US" sz="6600" b="1" dirty="0"/>
              <a:t>Basket </a:t>
            </a:r>
            <a:br>
              <a:rPr lang="en-US" sz="6600" b="1" dirty="0"/>
            </a:br>
            <a:r>
              <a:rPr lang="en-US" sz="6600" b="1" dirty="0"/>
              <a:t>Analysis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883A1890-8B94-35DB-4C32-8A5A2D4FE3EB}"/>
              </a:ext>
            </a:extLst>
          </p:cNvPr>
          <p:cNvSpPr txBox="1">
            <a:spLocks/>
          </p:cNvSpPr>
          <p:nvPr/>
        </p:nvSpPr>
        <p:spPr>
          <a:xfrm>
            <a:off x="401029" y="6562015"/>
            <a:ext cx="6028800" cy="639875"/>
          </a:xfrm>
          <a:prstGeom prst="rect">
            <a:avLst/>
          </a:prstGeom>
        </p:spPr>
        <p:txBody>
          <a:bodyPr vert="horz" lIns="72000" tIns="72000" rIns="72000" bIns="72000" rtlCol="0" anchor="ctr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Keith Fernandes</a:t>
            </a:r>
          </a:p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https://www.linkedin.com/in/keithfernandes12/</a:t>
            </a:r>
          </a:p>
        </p:txBody>
      </p:sp>
    </p:spTree>
    <p:extLst>
      <p:ext uri="{BB962C8B-B14F-4D97-AF65-F5344CB8AC3E}">
        <p14:creationId xmlns:p14="http://schemas.microsoft.com/office/powerpoint/2010/main" val="360278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2DC9CB5-BF41-FF8B-99EC-1B91391C8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Whole Milk is the Anchor Product </a:t>
            </a:r>
            <a:br>
              <a:rPr lang="en-US" dirty="0"/>
            </a:br>
            <a:r>
              <a:rPr lang="en-US" dirty="0"/>
              <a:t>The Strongest Purchasing Associations in 14,963 Grocery Baskets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F15A5785-0CA8-46F1-B8A4-DEB387753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dirty="0"/>
              <a:t>Analysis of 38,765 transaction records across 167 products reveals actionable product clusters for retail optimization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685C9-A450-B0BD-53B4-0FA9D899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3AA07942-A2DC-FF41-8FBA-17A32343897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4F30E2E-6795-436F-D869-5B4951172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MARKET BASKET ANALYSIS | EXECUTIVE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D3E5E-3B93-6129-B206-156104B8E539}"/>
              </a:ext>
            </a:extLst>
          </p:cNvPr>
          <p:cNvSpPr/>
          <p:nvPr/>
        </p:nvSpPr>
        <p:spPr>
          <a:xfrm>
            <a:off x="1895351" y="2033242"/>
            <a:ext cx="10975032" cy="1076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tIns="36000" rIns="72000" bIns="36000" rtlCol="0" anchor="ctr"/>
          <a:lstStyle/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grocery retailer has 2 years of transactional data (Jan 2014 – Dec 2015) covering 38,765 purchase records from 3,898 customers across 167 unique products. 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retailer wants to understand which products customers buy together to inform store layout, promotions, and cross-selling.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6B1EF7B1-940C-A430-F8ED-0BB69B4C6A43}"/>
              </a:ext>
            </a:extLst>
          </p:cNvPr>
          <p:cNvSpPr/>
          <p:nvPr/>
        </p:nvSpPr>
        <p:spPr>
          <a:xfrm>
            <a:off x="455191" y="2033242"/>
            <a:ext cx="1872208" cy="1076152"/>
          </a:xfrm>
          <a:prstGeom prst="homePlate">
            <a:avLst>
              <a:gd name="adj" fmla="val 1602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Situation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BA3B27-4AB9-A8E6-0198-968A0763DBD0}"/>
              </a:ext>
            </a:extLst>
          </p:cNvPr>
          <p:cNvSpPr/>
          <p:nvPr/>
        </p:nvSpPr>
        <p:spPr>
          <a:xfrm>
            <a:off x="1895351" y="3257029"/>
            <a:ext cx="10975032" cy="1076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tIns="36000" rIns="72000" bIns="36000" rtlCol="0" anchor="ctr"/>
          <a:lstStyle/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With 167 products the number of possible item combinations is enormous — manual analysis is impossible.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Without data-driven insights, shelf placement and promotional strategies rely on intuition rather than evidence.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7F2C6138-53DC-5B7F-45A8-FB0D94E78885}"/>
              </a:ext>
            </a:extLst>
          </p:cNvPr>
          <p:cNvSpPr/>
          <p:nvPr/>
        </p:nvSpPr>
        <p:spPr>
          <a:xfrm>
            <a:off x="455191" y="3257029"/>
            <a:ext cx="1872208" cy="1076152"/>
          </a:xfrm>
          <a:prstGeom prst="homePlate">
            <a:avLst>
              <a:gd name="adj" fmla="val 1602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Complication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56D800-04F3-E787-4D87-D015C47F5644}"/>
              </a:ext>
            </a:extLst>
          </p:cNvPr>
          <p:cNvSpPr/>
          <p:nvPr/>
        </p:nvSpPr>
        <p:spPr>
          <a:xfrm>
            <a:off x="1895351" y="4480816"/>
            <a:ext cx="10975032" cy="1076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tIns="36000" rIns="72000" bIns="36000" rtlCol="0" anchor="ctr"/>
          <a:lstStyle/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Which products are most frequently purchased together? 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are the strongest product associations (measured by lift)? 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How can these patterns translate into concrete retail strategies?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425CA8AF-C887-7B5E-AE16-DD5CA3660621}"/>
              </a:ext>
            </a:extLst>
          </p:cNvPr>
          <p:cNvSpPr/>
          <p:nvPr/>
        </p:nvSpPr>
        <p:spPr>
          <a:xfrm>
            <a:off x="455191" y="4480816"/>
            <a:ext cx="1872208" cy="1076152"/>
          </a:xfrm>
          <a:prstGeom prst="homePlate">
            <a:avLst>
              <a:gd name="adj" fmla="val 160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8B33A8-8586-74C5-433B-02CC661B623A}"/>
              </a:ext>
            </a:extLst>
          </p:cNvPr>
          <p:cNvSpPr/>
          <p:nvPr/>
        </p:nvSpPr>
        <p:spPr>
          <a:xfrm>
            <a:off x="1895351" y="5704602"/>
            <a:ext cx="10975032" cy="1076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tIns="36000" rIns="72000" bIns="36000" rtlCol="0" anchor="ctr"/>
          <a:lstStyle/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</a:t>
            </a:r>
            <a:r>
              <a:rPr lang="en-US" sz="1200" dirty="0" err="1">
                <a:solidFill>
                  <a:schemeClr val="tx1"/>
                </a:solidFill>
              </a:rPr>
              <a:t>Apriori</a:t>
            </a:r>
            <a:r>
              <a:rPr lang="en-US" sz="1200" dirty="0">
                <a:solidFill>
                  <a:schemeClr val="tx1"/>
                </a:solidFill>
              </a:rPr>
              <a:t> algorithm identified 811 frequent </a:t>
            </a:r>
            <a:r>
              <a:rPr lang="en-US" sz="1200" dirty="0" err="1">
                <a:solidFill>
                  <a:schemeClr val="tx1"/>
                </a:solidFill>
              </a:rPr>
              <a:t>itemsets</a:t>
            </a:r>
            <a:r>
              <a:rPr lang="en-US" sz="1200" dirty="0">
                <a:solidFill>
                  <a:schemeClr val="tx1"/>
                </a:solidFill>
              </a:rPr>
              <a:t> and 1,376 association rules. 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strongest rule — {whole milk, yogurt} → {sausage} at lift 2.18× — suggests customers buying milk and yogurt are over twice as likely to also buy sausage. </a:t>
            </a:r>
          </a:p>
          <a:p>
            <a:pPr marL="179388" indent="-17938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Four actionable strategies emerge: shelf co-placement, promotional bundling, targeted marketing, and store layout optimization.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208E3D0C-CD16-1854-26EF-88450CD3A52E}"/>
              </a:ext>
            </a:extLst>
          </p:cNvPr>
          <p:cNvSpPr/>
          <p:nvPr/>
        </p:nvSpPr>
        <p:spPr>
          <a:xfrm>
            <a:off x="455191" y="5704602"/>
            <a:ext cx="1872208" cy="1076152"/>
          </a:xfrm>
          <a:prstGeom prst="homePlate">
            <a:avLst>
              <a:gd name="adj" fmla="val 1602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68439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DCE9-B413-3408-1FB2-08EBF4A38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Association Rule Mining </a:t>
            </a:r>
            <a:br>
              <a:rPr lang="en-US" dirty="0"/>
            </a:br>
            <a:r>
              <a:rPr lang="en-US" dirty="0"/>
              <a:t>Discovers Co-purchased Products from Transaction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A32A2-C651-7816-0562-58C5D3121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b="1" dirty="0"/>
              <a:t>Three key metrics:</a:t>
            </a:r>
            <a:r>
              <a:rPr lang="en-US" dirty="0"/>
              <a:t> Support, Confidence, and Lift; measure the strength and reliability of product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685C9-A450-B0BD-53B4-0FA9D899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3AA07942-A2DC-FF41-8FBA-17A32343897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9EF9AC-A894-FC75-BF78-169BC9CE75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METHODOLOGY | WHAT IS MARKET BASKET ANALYSIS?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357DA-A9C8-E213-43BA-533093BDFE7F}"/>
              </a:ext>
            </a:extLst>
          </p:cNvPr>
          <p:cNvSpPr/>
          <p:nvPr/>
        </p:nvSpPr>
        <p:spPr>
          <a:xfrm>
            <a:off x="575119" y="2667334"/>
            <a:ext cx="5266943" cy="1352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cs typeface="Futura Medium" panose="020B0602020204020303" pitchFamily="34" charset="-79"/>
              </a:rPr>
              <a:t>Measures how popular an itemset is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Proportion of transactions containing the itemset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Example: Whole milk appears in 15.8% of all transactions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EBA38B-BA6A-DC01-D681-2849FF743F4D}"/>
              </a:ext>
            </a:extLst>
          </p:cNvPr>
          <p:cNvSpPr/>
          <p:nvPr/>
        </p:nvSpPr>
        <p:spPr>
          <a:xfrm>
            <a:off x="575118" y="2258159"/>
            <a:ext cx="5266943" cy="40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SUPPORT</a:t>
            </a:r>
            <a:endParaRPr lang="en-US" sz="1600" b="1" i="1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1233F-66A9-5E45-9F57-6C8E95763FB1}"/>
              </a:ext>
            </a:extLst>
          </p:cNvPr>
          <p:cNvSpPr/>
          <p:nvPr/>
        </p:nvSpPr>
        <p:spPr>
          <a:xfrm>
            <a:off x="575119" y="4850939"/>
            <a:ext cx="5266943" cy="1332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cs typeface="Futura Medium" panose="020B0602020204020303" pitchFamily="34" charset="-79"/>
              </a:rPr>
              <a:t>Measures how likely item B is bought given item A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Conditional probability P(B|A)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Example: {sausage, yogurt} → whole milk has 25.6% confidence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8617C-5F8D-F7FD-A227-A1C95167E768}"/>
              </a:ext>
            </a:extLst>
          </p:cNvPr>
          <p:cNvSpPr/>
          <p:nvPr/>
        </p:nvSpPr>
        <p:spPr>
          <a:xfrm>
            <a:off x="6719887" y="2667079"/>
            <a:ext cx="5266943" cy="1352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cs typeface="Futura Medium" panose="020B0602020204020303" pitchFamily="34" charset="-79"/>
              </a:rPr>
              <a:t>Measures association strength vs random chance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Lift &gt; 1 = positive association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Example: {whole milk, yogurt} → sausage has lift 2.18×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E45E3B-41E4-38A3-6CD5-38E1057C400B}"/>
              </a:ext>
            </a:extLst>
          </p:cNvPr>
          <p:cNvSpPr/>
          <p:nvPr/>
        </p:nvSpPr>
        <p:spPr>
          <a:xfrm>
            <a:off x="6719888" y="4866113"/>
            <a:ext cx="5266943" cy="1327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cs typeface="Futura Medium" panose="020B0602020204020303" pitchFamily="34" charset="-79"/>
              </a:rPr>
              <a:t>Iteratively finds frequent </a:t>
            </a:r>
            <a:r>
              <a:rPr lang="en-US" sz="1400" b="1" dirty="0" err="1">
                <a:solidFill>
                  <a:schemeClr val="tx1"/>
                </a:solidFill>
                <a:cs typeface="Futura Medium" panose="020B0602020204020303" pitchFamily="34" charset="-79"/>
              </a:rPr>
              <a:t>itemsets</a:t>
            </a:r>
            <a:r>
              <a:rPr lang="en-US" sz="1400" b="1" dirty="0">
                <a:solidFill>
                  <a:schemeClr val="tx1"/>
                </a:solidFill>
                <a:cs typeface="Futura Medium" panose="020B0602020204020303" pitchFamily="34" charset="-79"/>
              </a:rPr>
              <a:t> level by level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Prunes infrequent candidates at each step (</a:t>
            </a:r>
            <a:r>
              <a:rPr lang="en-US" sz="1400" dirty="0" err="1">
                <a:solidFill>
                  <a:schemeClr val="tx1"/>
                </a:solidFill>
                <a:cs typeface="Futura Medium" panose="020B0602020204020303" pitchFamily="34" charset="-79"/>
              </a:rPr>
              <a:t>Apriori</a:t>
            </a: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 property)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Parameters: </a:t>
            </a:r>
            <a:r>
              <a:rPr lang="en-US" sz="1400" dirty="0" err="1">
                <a:solidFill>
                  <a:schemeClr val="tx1"/>
                </a:solidFill>
                <a:cs typeface="Futura Medium" panose="020B0602020204020303" pitchFamily="34" charset="-79"/>
              </a:rPr>
              <a:t>min_support</a:t>
            </a: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 = 0.1%, max itemset length = 5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FCA58-EEA0-26C8-7326-7E168EA5421E}"/>
              </a:ext>
            </a:extLst>
          </p:cNvPr>
          <p:cNvSpPr/>
          <p:nvPr/>
        </p:nvSpPr>
        <p:spPr>
          <a:xfrm>
            <a:off x="575118" y="4441764"/>
            <a:ext cx="5266943" cy="40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CONFIDENCE</a:t>
            </a:r>
            <a:endParaRPr lang="en-US" sz="1600" b="1" i="1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CA90AD-EA9B-453B-542F-8851C59DB6B0}"/>
              </a:ext>
            </a:extLst>
          </p:cNvPr>
          <p:cNvSpPr/>
          <p:nvPr/>
        </p:nvSpPr>
        <p:spPr>
          <a:xfrm>
            <a:off x="6719887" y="2257904"/>
            <a:ext cx="5266943" cy="409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LIFT</a:t>
            </a:r>
            <a:endParaRPr lang="en-US" sz="1600" b="1" i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854C9-D770-5FFA-188C-49ECA8D8329B}"/>
              </a:ext>
            </a:extLst>
          </p:cNvPr>
          <p:cNvSpPr/>
          <p:nvPr/>
        </p:nvSpPr>
        <p:spPr>
          <a:xfrm>
            <a:off x="6719887" y="4456938"/>
            <a:ext cx="5266943" cy="409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APRIORI ALGORITHM</a:t>
            </a:r>
            <a:endParaRPr lang="en-US" sz="1600" b="1" i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607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353D-E69E-53E6-0D88-8A5FAEAA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2BED-3DF4-19D5-90C7-87DE172C8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Two Years Of Grocery Transactions</a:t>
            </a:r>
            <a:br>
              <a:rPr lang="en-US" dirty="0"/>
            </a:br>
            <a:r>
              <a:rPr lang="en-US" dirty="0"/>
              <a:t>3,898 Customers Across 167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99D0A-57B4-7432-C6C9-FF0C818F2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b="1" dirty="0"/>
              <a:t>Most baskets are small (median = 2 items)</a:t>
            </a:r>
            <a:r>
              <a:rPr lang="en-US" dirty="0"/>
              <a:t>, making each co-purchase signal highly meaningful for association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DDBD9-75F3-537C-FD63-A324C172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3AA07942-A2DC-FF41-8FBA-17A32343897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13CBB1-73E7-C423-C917-B3542C1DD9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| DATASET OVERVIEW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7148F2-6727-F7B1-F701-63EF11156ABC}"/>
              </a:ext>
            </a:extLst>
          </p:cNvPr>
          <p:cNvGrpSpPr/>
          <p:nvPr/>
        </p:nvGrpSpPr>
        <p:grpSpPr>
          <a:xfrm>
            <a:off x="589769" y="2243645"/>
            <a:ext cx="4649723" cy="1561368"/>
            <a:chOff x="680274" y="2660825"/>
            <a:chExt cx="4649723" cy="1561368"/>
          </a:xfrm>
        </p:grpSpPr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1D8CC43C-608E-D4C0-8117-21E10C666F6D}"/>
                </a:ext>
              </a:extLst>
            </p:cNvPr>
            <p:cNvSpPr/>
            <p:nvPr/>
          </p:nvSpPr>
          <p:spPr>
            <a:xfrm>
              <a:off x="680274" y="2660825"/>
              <a:ext cx="4649723" cy="1561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Shape 5">
              <a:extLst>
                <a:ext uri="{FF2B5EF4-FFF2-40B4-BE49-F238E27FC236}">
                  <a16:creationId xmlns:a16="http://schemas.microsoft.com/office/drawing/2014/main" id="{E1B64E62-6259-96A1-29D6-559C805A23E3}"/>
                </a:ext>
              </a:extLst>
            </p:cNvPr>
            <p:cNvSpPr/>
            <p:nvPr/>
          </p:nvSpPr>
          <p:spPr>
            <a:xfrm>
              <a:off x="680274" y="2660825"/>
              <a:ext cx="129760" cy="15613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endParaRPr lang="en-US" sz="1600" b="1" dirty="0">
                <a:solidFill>
                  <a:schemeClr val="tx2">
                    <a:lumMod val="25000"/>
                    <a:lumOff val="75000"/>
                  </a:schemeClr>
                </a:solidFill>
                <a:cs typeface="Futura Medium" panose="020B0602020204020303" pitchFamily="34" charset="-79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DCCA0A46-B857-F5DA-0491-BA321EE6C439}"/>
                </a:ext>
              </a:extLst>
            </p:cNvPr>
            <p:cNvSpPr/>
            <p:nvPr/>
          </p:nvSpPr>
          <p:spPr>
            <a:xfrm>
              <a:off x="1004673" y="2755709"/>
              <a:ext cx="4000924" cy="584775"/>
            </a:xfrm>
            <a:prstGeom prst="rect">
              <a:avLst/>
            </a:prstGeom>
            <a:noFill/>
          </p:spPr>
          <p:txBody>
            <a:bodyPr wrap="none" lIns="72000" tIns="72000" rIns="72000" bIns="72000" rtlCol="0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b="1" dirty="0">
                  <a:cs typeface="Futura Medium" panose="020B0602020204020303"/>
                </a:rPr>
                <a:t>38,765</a:t>
              </a:r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7B6A6E1D-62E0-8588-5916-7AF3E2C90E1C}"/>
                </a:ext>
              </a:extLst>
            </p:cNvPr>
            <p:cNvSpPr/>
            <p:nvPr/>
          </p:nvSpPr>
          <p:spPr>
            <a:xfrm>
              <a:off x="1004673" y="3304349"/>
              <a:ext cx="40009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600" b="1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Trebuchet MS" pitchFamily="34" charset="0"/>
                  <a:ea typeface="Trebuchet MS" pitchFamily="34" charset="-122"/>
                  <a:cs typeface="Futura Medium" panose="020B0602020204020303"/>
                </a:rPr>
                <a:t>Purchase Records</a:t>
              </a:r>
              <a:endParaRPr lang="en-US" sz="1600" dirty="0">
                <a:solidFill>
                  <a:schemeClr val="tx2">
                    <a:lumMod val="25000"/>
                    <a:lumOff val="75000"/>
                  </a:schemeClr>
                </a:solidFill>
                <a:cs typeface="Futura Medium" panose="020B0602020204020303"/>
              </a:endParaRPr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0D7F1623-5875-B48E-B934-151F1A68BDFF}"/>
                </a:ext>
              </a:extLst>
            </p:cNvPr>
            <p:cNvSpPr/>
            <p:nvPr/>
          </p:nvSpPr>
          <p:spPr>
            <a:xfrm>
              <a:off x="1004673" y="3624389"/>
              <a:ext cx="400092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dirty="0">
                  <a:ea typeface="Calibri" panose="020F0502020204030204" pitchFamily="34" charset="0"/>
                  <a:cs typeface="Calibri" panose="020F0502020204030204" pitchFamily="34" charset="0"/>
                </a:rPr>
                <a:t>Total individual item purchase records spanning </a:t>
              </a:r>
              <a:br>
                <a:rPr lang="en-US" sz="1200" dirty="0"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200" dirty="0">
                  <a:ea typeface="Calibri" panose="020F0502020204030204" pitchFamily="34" charset="0"/>
                  <a:cs typeface="Calibri" panose="020F0502020204030204" pitchFamily="34" charset="0"/>
                </a:rPr>
                <a:t>Jan 2014 to Dec 2015</a:t>
              </a:r>
              <a:endParaRPr lang="en-US" sz="1400" dirty="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E393841-8385-14D1-66BD-6D40A2B58088}"/>
              </a:ext>
            </a:extLst>
          </p:cNvPr>
          <p:cNvGrpSpPr/>
          <p:nvPr/>
        </p:nvGrpSpPr>
        <p:grpSpPr>
          <a:xfrm>
            <a:off x="6239826" y="2243645"/>
            <a:ext cx="4649723" cy="1561368"/>
            <a:chOff x="5839209" y="2660825"/>
            <a:chExt cx="4649723" cy="1561368"/>
          </a:xfrm>
        </p:grpSpPr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D9D77562-EEB7-5FD9-92B7-91197CC5DBB1}"/>
                </a:ext>
              </a:extLst>
            </p:cNvPr>
            <p:cNvSpPr/>
            <p:nvPr/>
          </p:nvSpPr>
          <p:spPr>
            <a:xfrm>
              <a:off x="5839209" y="2660825"/>
              <a:ext cx="4649723" cy="1561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Shape 11">
              <a:extLst>
                <a:ext uri="{FF2B5EF4-FFF2-40B4-BE49-F238E27FC236}">
                  <a16:creationId xmlns:a16="http://schemas.microsoft.com/office/drawing/2014/main" id="{31D30710-0FF5-CC57-83DD-E0B6948C4E42}"/>
                </a:ext>
              </a:extLst>
            </p:cNvPr>
            <p:cNvSpPr/>
            <p:nvPr/>
          </p:nvSpPr>
          <p:spPr>
            <a:xfrm>
              <a:off x="5839209" y="2660825"/>
              <a:ext cx="129760" cy="15613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endParaRPr lang="en-US" sz="1600" b="1" dirty="0">
                <a:solidFill>
                  <a:schemeClr val="bg1"/>
                </a:solidFill>
                <a:cs typeface="Futura Medium" panose="020B0602020204020303" pitchFamily="34" charset="-79"/>
              </a:endParaRPr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0DDB598C-F2C2-1B2E-37BB-972C058F0F85}"/>
                </a:ext>
              </a:extLst>
            </p:cNvPr>
            <p:cNvSpPr/>
            <p:nvPr/>
          </p:nvSpPr>
          <p:spPr>
            <a:xfrm>
              <a:off x="6163608" y="2755709"/>
              <a:ext cx="400092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3200" b="1" dirty="0">
                  <a:cs typeface="Futura Medium" panose="020B0602020204020303" pitchFamily="34" charset="-79"/>
                </a:rPr>
                <a:t>14,963</a:t>
              </a:r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3156F92A-18A7-0AF3-EFFA-524924BB7798}"/>
                </a:ext>
              </a:extLst>
            </p:cNvPr>
            <p:cNvSpPr/>
            <p:nvPr/>
          </p:nvSpPr>
          <p:spPr>
            <a:xfrm>
              <a:off x="6163608" y="3304349"/>
              <a:ext cx="40009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Trebuchet MS" pitchFamily="34" charset="0"/>
                  <a:ea typeface="Trebuchet MS" pitchFamily="34" charset="-122"/>
                  <a:cs typeface="Futura Medium" panose="020B0602020204020303"/>
                </a:rPr>
                <a:t>Transaction Baskets</a:t>
              </a:r>
              <a:endPara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cs typeface="Futura Medium" panose="020B0602020204020303"/>
              </a:endParaRPr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DFF517BB-85D1-C814-43BC-2E3C20C3F7AB}"/>
                </a:ext>
              </a:extLst>
            </p:cNvPr>
            <p:cNvSpPr/>
            <p:nvPr/>
          </p:nvSpPr>
          <p:spPr>
            <a:xfrm>
              <a:off x="6163608" y="3624389"/>
              <a:ext cx="400092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dirty="0">
                  <a:ea typeface="Calibri" pitchFamily="34" charset="-122"/>
                  <a:cs typeface="Calibri" pitchFamily="34" charset="-120"/>
                </a:rPr>
                <a:t>Unique shopping baskets formed by grouping items </a:t>
              </a:r>
              <a:br>
                <a:rPr lang="en-US" sz="1200" dirty="0">
                  <a:ea typeface="Calibri" pitchFamily="34" charset="-122"/>
                  <a:cs typeface="Calibri" pitchFamily="34" charset="-120"/>
                </a:rPr>
              </a:br>
              <a:r>
                <a:rPr lang="en-US" sz="1200" dirty="0">
                  <a:ea typeface="Calibri" pitchFamily="34" charset="-122"/>
                  <a:cs typeface="Calibri" pitchFamily="34" charset="-120"/>
                </a:rPr>
                <a:t>by customer and date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DFF8BF-6265-EE9A-C0D0-929B24D7E87C}"/>
              </a:ext>
            </a:extLst>
          </p:cNvPr>
          <p:cNvGrpSpPr/>
          <p:nvPr/>
        </p:nvGrpSpPr>
        <p:grpSpPr>
          <a:xfrm>
            <a:off x="6239826" y="4193573"/>
            <a:ext cx="4649725" cy="1561368"/>
            <a:chOff x="5839209" y="5037460"/>
            <a:chExt cx="4649725" cy="1561368"/>
          </a:xfrm>
        </p:grpSpPr>
        <p:sp>
          <p:nvSpPr>
            <p:cNvPr id="53" name="Shape 22">
              <a:extLst>
                <a:ext uri="{FF2B5EF4-FFF2-40B4-BE49-F238E27FC236}">
                  <a16:creationId xmlns:a16="http://schemas.microsoft.com/office/drawing/2014/main" id="{BFB7857A-646F-3BF6-F755-A8CCCA7B5B81}"/>
                </a:ext>
              </a:extLst>
            </p:cNvPr>
            <p:cNvSpPr/>
            <p:nvPr/>
          </p:nvSpPr>
          <p:spPr>
            <a:xfrm>
              <a:off x="5839209" y="5037460"/>
              <a:ext cx="4649725" cy="1561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23">
              <a:extLst>
                <a:ext uri="{FF2B5EF4-FFF2-40B4-BE49-F238E27FC236}">
                  <a16:creationId xmlns:a16="http://schemas.microsoft.com/office/drawing/2014/main" id="{2C90D60D-8471-1E30-72A4-BA5E0B08F0C6}"/>
                </a:ext>
              </a:extLst>
            </p:cNvPr>
            <p:cNvSpPr/>
            <p:nvPr/>
          </p:nvSpPr>
          <p:spPr>
            <a:xfrm>
              <a:off x="5839209" y="5037460"/>
              <a:ext cx="129760" cy="1561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endParaRPr lang="en-US" sz="1600" b="1">
                <a:solidFill>
                  <a:schemeClr val="bg1"/>
                </a:solidFill>
                <a:cs typeface="Futura Medium" panose="020B0602020204020303" pitchFamily="34" charset="-79"/>
              </a:endParaRPr>
            </a:p>
          </p:txBody>
        </p:sp>
        <p:sp>
          <p:nvSpPr>
            <p:cNvPr id="57" name="Text 25">
              <a:extLst>
                <a:ext uri="{FF2B5EF4-FFF2-40B4-BE49-F238E27FC236}">
                  <a16:creationId xmlns:a16="http://schemas.microsoft.com/office/drawing/2014/main" id="{7CBEE448-08A2-9A00-151D-6CEFCBDA200C}"/>
                </a:ext>
              </a:extLst>
            </p:cNvPr>
            <p:cNvSpPr/>
            <p:nvPr/>
          </p:nvSpPr>
          <p:spPr>
            <a:xfrm>
              <a:off x="6163606" y="5132344"/>
              <a:ext cx="400092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3200" b="1" dirty="0">
                  <a:cs typeface="Futura Medium" panose="020B0602020204020303" pitchFamily="34" charset="-79"/>
                </a:rPr>
                <a:t>3,898</a:t>
              </a:r>
            </a:p>
          </p:txBody>
        </p:sp>
        <p:sp>
          <p:nvSpPr>
            <p:cNvPr id="58" name="Text 26">
              <a:extLst>
                <a:ext uri="{FF2B5EF4-FFF2-40B4-BE49-F238E27FC236}">
                  <a16:creationId xmlns:a16="http://schemas.microsoft.com/office/drawing/2014/main" id="{1CB51D95-AF9D-AF17-6498-7B1AF5589DE2}"/>
                </a:ext>
              </a:extLst>
            </p:cNvPr>
            <p:cNvSpPr/>
            <p:nvPr/>
          </p:nvSpPr>
          <p:spPr>
            <a:xfrm>
              <a:off x="6163604" y="5680984"/>
              <a:ext cx="40009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Customers</a:t>
              </a:r>
              <a:endParaRPr lang="en-US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Text 27">
              <a:extLst>
                <a:ext uri="{FF2B5EF4-FFF2-40B4-BE49-F238E27FC236}">
                  <a16:creationId xmlns:a16="http://schemas.microsoft.com/office/drawing/2014/main" id="{ACC412EB-62BA-A52A-E953-C122D93E4BEC}"/>
                </a:ext>
              </a:extLst>
            </p:cNvPr>
            <p:cNvSpPr/>
            <p:nvPr/>
          </p:nvSpPr>
          <p:spPr>
            <a:xfrm>
              <a:off x="6163601" y="6001024"/>
              <a:ext cx="400092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dirty="0">
                  <a:ea typeface="Calibri" pitchFamily="34" charset="-122"/>
                  <a:cs typeface="Calibri" pitchFamily="34" charset="-120"/>
                </a:rPr>
                <a:t>Unique customer IDs tracked across the 2-year period.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435872-99AB-52AF-AC8E-11250F963560}"/>
              </a:ext>
            </a:extLst>
          </p:cNvPr>
          <p:cNvGrpSpPr/>
          <p:nvPr/>
        </p:nvGrpSpPr>
        <p:grpSpPr>
          <a:xfrm>
            <a:off x="589769" y="4193573"/>
            <a:ext cx="4649724" cy="1561368"/>
            <a:chOff x="680274" y="5037460"/>
            <a:chExt cx="4649724" cy="1561368"/>
          </a:xfrm>
        </p:grpSpPr>
        <p:sp>
          <p:nvSpPr>
            <p:cNvPr id="46" name="Shape 16">
              <a:extLst>
                <a:ext uri="{FF2B5EF4-FFF2-40B4-BE49-F238E27FC236}">
                  <a16:creationId xmlns:a16="http://schemas.microsoft.com/office/drawing/2014/main" id="{981C0BBE-5C41-1851-1564-15CD00BA0653}"/>
                </a:ext>
              </a:extLst>
            </p:cNvPr>
            <p:cNvSpPr/>
            <p:nvPr/>
          </p:nvSpPr>
          <p:spPr>
            <a:xfrm>
              <a:off x="680274" y="5037460"/>
              <a:ext cx="4649724" cy="1561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A7803C10-D4BD-29F3-1C1C-92BF31930D15}"/>
                </a:ext>
              </a:extLst>
            </p:cNvPr>
            <p:cNvSpPr/>
            <p:nvPr/>
          </p:nvSpPr>
          <p:spPr>
            <a:xfrm>
              <a:off x="1004674" y="5132344"/>
              <a:ext cx="400092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3200" b="1" dirty="0">
                  <a:cs typeface="Futura Medium" panose="020B0602020204020303" pitchFamily="34" charset="-79"/>
                </a:rPr>
                <a:t>167</a:t>
              </a:r>
            </a:p>
          </p:txBody>
        </p: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8E562ACD-F439-625C-21A8-3C7EFE149706}"/>
                </a:ext>
              </a:extLst>
            </p:cNvPr>
            <p:cNvSpPr/>
            <p:nvPr/>
          </p:nvSpPr>
          <p:spPr>
            <a:xfrm>
              <a:off x="1004674" y="5680984"/>
              <a:ext cx="400092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Unique Products</a:t>
              </a:r>
              <a:endPara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CDFCCB17-EF86-EEE1-766F-31E1E1F7C5C3}"/>
                </a:ext>
              </a:extLst>
            </p:cNvPr>
            <p:cNvSpPr/>
            <p:nvPr/>
          </p:nvSpPr>
          <p:spPr>
            <a:xfrm>
              <a:off x="1004674" y="6001024"/>
              <a:ext cx="400092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dirty="0">
                  <a:ea typeface="Calibri" pitchFamily="34" charset="-122"/>
                  <a:cs typeface="Calibri" pitchFamily="34" charset="-120"/>
                </a:rPr>
                <a:t>Distinct grocery items ranging from whole milk to </a:t>
              </a:r>
              <a:br>
                <a:rPr lang="en-US" sz="1200" dirty="0">
                  <a:ea typeface="Calibri" pitchFamily="34" charset="-122"/>
                  <a:cs typeface="Calibri" pitchFamily="34" charset="-120"/>
                </a:rPr>
              </a:br>
              <a:r>
                <a:rPr lang="en-US" sz="1200" dirty="0">
                  <a:ea typeface="Calibri" pitchFamily="34" charset="-122"/>
                  <a:cs typeface="Calibri" pitchFamily="34" charset="-120"/>
                </a:rPr>
                <a:t>kitchen utensils.</a:t>
              </a:r>
              <a:endParaRPr lang="en-US" sz="1200" dirty="0"/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60ACEBF1-3417-1DC5-8529-979F9FF4468F}"/>
                </a:ext>
              </a:extLst>
            </p:cNvPr>
            <p:cNvSpPr/>
            <p:nvPr/>
          </p:nvSpPr>
          <p:spPr>
            <a:xfrm>
              <a:off x="680300" y="5037460"/>
              <a:ext cx="129760" cy="156136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endParaRPr lang="en-US" sz="1600" b="1">
                <a:solidFill>
                  <a:schemeClr val="tx1"/>
                </a:solidFill>
                <a:cs typeface="Futura Medium" panose="020B06020202040203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27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A52722-193D-F4B7-EC68-194B15357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Whole Milk Dominates With 2,363 Purchases</a:t>
            </a:r>
            <a:br>
              <a:rPr lang="en-US" dirty="0"/>
            </a:br>
            <a:r>
              <a:rPr lang="en-US" dirty="0"/>
              <a:t>83% More than the 3rd-Ranked Item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7CA6FB0-9929-DA12-D3B4-E6D8EED19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b="1" dirty="0"/>
              <a:t>The Top 5 Items: Whole Milk, Other Vegetables, Rolls/Buns, Soda, Yogurt;</a:t>
            </a:r>
            <a:r>
              <a:rPr lang="en-US" dirty="0"/>
              <a:t> account for a disproportionate share of all 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685C9-A450-B0BD-53B4-0FA9D899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3AA07942-A2DC-FF41-8FBA-17A32343897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956C2-C7F5-0C58-5B1F-2CE9EA819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| ITEM FREQUENCY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57151-AB49-34C0-AC8B-E033C86E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1" b="884"/>
          <a:stretch>
            <a:fillRect/>
          </a:stretch>
        </p:blipFill>
        <p:spPr>
          <a:xfrm>
            <a:off x="1115420" y="2317330"/>
            <a:ext cx="10806045" cy="43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7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839E498-80CC-D0CE-0C4E-5DF640CB1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811 Frequent </a:t>
            </a:r>
            <a:r>
              <a:rPr lang="en-US" b="1" dirty="0" err="1"/>
              <a:t>Itemsets</a:t>
            </a:r>
            <a:r>
              <a:rPr lang="en-US" dirty="0"/>
              <a:t> and </a:t>
            </a:r>
            <a:br>
              <a:rPr lang="en-US" dirty="0"/>
            </a:br>
            <a:r>
              <a:rPr lang="en-US" b="1" dirty="0"/>
              <a:t>1,376 Association Rules</a:t>
            </a:r>
            <a:r>
              <a:rPr lang="en-US" dirty="0"/>
              <a:t> Discovered At 0.1% Support Threshold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077A614-7419-824F-AF43-9659A1EE4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dirty="0"/>
              <a:t>The algorithm found 149 frequent single items, 649 item pairs, and 13 three-item combinations, with rules up to lift 2.18x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685C9-A450-B0BD-53B4-0FA9D899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3AA07942-A2DC-FF41-8FBA-17A32343897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215EAB2-14C3-86F6-537C-7FB16F96AB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METHODOLOGY | WHAT IS MARKET BASKET ANALYSIS?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3C3F82-E8ED-B779-406A-C7FA668D4A99}"/>
              </a:ext>
            </a:extLst>
          </p:cNvPr>
          <p:cNvSpPr/>
          <p:nvPr/>
        </p:nvSpPr>
        <p:spPr>
          <a:xfrm>
            <a:off x="7597711" y="2572023"/>
            <a:ext cx="4389120" cy="4280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Minimum Support: 0.1% </a:t>
            </a:r>
            <a:b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</a:br>
            <a: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  <a:t>(Appears In ≥15 Of 14,963 Transactions)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Max Itemset Length: 5 Items 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649 Frequent Item Pairs Discovered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13 Three-item Combinations Found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Rules Range From Lift 0.5x To 2.18x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  <a:t> </a:t>
            </a:r>
            <a:r>
              <a:rPr lang="en-US" sz="1600" b="1" dirty="0">
                <a:solidFill>
                  <a:schemeClr val="tx1"/>
                </a:solidFill>
                <a:cs typeface="Futura Medium" panose="020B0602020204020303" pitchFamily="34" charset="-79"/>
              </a:rPr>
              <a:t>High-lift Rules Cluster At Low Support</a:t>
            </a:r>
            <a: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  <a:t> </a:t>
            </a:r>
            <a:b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</a:br>
            <a:r>
              <a:rPr lang="en-US" sz="1600" dirty="0">
                <a:solidFill>
                  <a:schemeClr val="tx1"/>
                </a:solidFill>
                <a:cs typeface="Futura Medium" panose="020B0602020204020303" pitchFamily="34" charset="-79"/>
              </a:rPr>
              <a:t>(Niche But Strong Associations)</a:t>
            </a:r>
            <a:endParaRPr lang="en-US" sz="16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5EF915-0CF2-365A-E48D-4A1471AF6EB5}"/>
              </a:ext>
            </a:extLst>
          </p:cNvPr>
          <p:cNvGrpSpPr/>
          <p:nvPr/>
        </p:nvGrpSpPr>
        <p:grpSpPr>
          <a:xfrm>
            <a:off x="627664" y="2038163"/>
            <a:ext cx="6203866" cy="5052051"/>
            <a:chOff x="525866" y="2220951"/>
            <a:chExt cx="6203866" cy="50520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55A8CB-2384-2EAA-0DAE-5BD5D3CA6FE9}"/>
                </a:ext>
              </a:extLst>
            </p:cNvPr>
            <p:cNvSpPr/>
            <p:nvPr/>
          </p:nvSpPr>
          <p:spPr>
            <a:xfrm>
              <a:off x="525866" y="2220951"/>
              <a:ext cx="6203865" cy="4094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 anchorCtr="0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Association Rules: Support v/s Lift </a:t>
              </a:r>
              <a:r>
                <a:rPr lang="en-US" sz="1600" dirty="0">
                  <a:solidFill>
                    <a:schemeClr val="tx1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(colored by Confidence)</a:t>
              </a:r>
              <a:endParaRPr lang="en-US" i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418277-AAE4-0EBC-946D-19CC099E3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744"/>
            <a:stretch>
              <a:fillRect/>
            </a:stretch>
          </p:blipFill>
          <p:spPr>
            <a:xfrm>
              <a:off x="525867" y="2754812"/>
              <a:ext cx="6203865" cy="4518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817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9D23-6B02-051C-65A2-6EDC823B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092E39-A7D2-2702-6105-60AA151FA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Customers Buying Whole Milk and Yogurt Are 2.18x </a:t>
            </a:r>
            <a:br>
              <a:rPr lang="en-US" b="1" dirty="0"/>
            </a:br>
            <a:r>
              <a:rPr lang="en-US" b="1" dirty="0"/>
              <a:t>more likely to also Buy Sausage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70EF10D-AA20-6B80-B3C5-7239927E6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dirty="0"/>
              <a:t>The seven strongest rules all involve core staple products, confirming natural "meal basket" purchasing clusters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5F259-AE48-5874-688A-A05DE8D6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3AA07942-A2DC-FF41-8FBA-17A32343897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A52637C-051B-21BF-0614-D2869E247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RESULTS | TOP ASSOCIATION RULES BY LIFT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1A838B-EC29-CF73-749B-5DA1A185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595633"/>
              </p:ext>
            </p:extLst>
          </p:nvPr>
        </p:nvGraphicFramePr>
        <p:xfrm>
          <a:off x="575119" y="2316797"/>
          <a:ext cx="114117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420">
                  <a:extLst>
                    <a:ext uri="{9D8B030D-6E8A-4147-A177-3AD203B41FA5}">
                      <a16:colId xmlns:a16="http://schemas.microsoft.com/office/drawing/2014/main" val="3317503522"/>
                    </a:ext>
                  </a:extLst>
                </a:gridCol>
                <a:gridCol w="2546625">
                  <a:extLst>
                    <a:ext uri="{9D8B030D-6E8A-4147-A177-3AD203B41FA5}">
                      <a16:colId xmlns:a16="http://schemas.microsoft.com/office/drawing/2014/main" val="3100127040"/>
                    </a:ext>
                  </a:extLst>
                </a:gridCol>
                <a:gridCol w="2295824">
                  <a:extLst>
                    <a:ext uri="{9D8B030D-6E8A-4147-A177-3AD203B41FA5}">
                      <a16:colId xmlns:a16="http://schemas.microsoft.com/office/drawing/2014/main" val="1648829497"/>
                    </a:ext>
                  </a:extLst>
                </a:gridCol>
                <a:gridCol w="2160776">
                  <a:extLst>
                    <a:ext uri="{9D8B030D-6E8A-4147-A177-3AD203B41FA5}">
                      <a16:colId xmlns:a16="http://schemas.microsoft.com/office/drawing/2014/main" val="601485438"/>
                    </a:ext>
                  </a:extLst>
                </a:gridCol>
                <a:gridCol w="2180067">
                  <a:extLst>
                    <a:ext uri="{9D8B030D-6E8A-4147-A177-3AD203B41FA5}">
                      <a16:colId xmlns:a16="http://schemas.microsoft.com/office/drawing/2014/main" val="45698166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LIFT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2556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{whole milk, yogurt}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{sausage}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0.15%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13.2%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cs typeface="Futura Medium" panose="020B0602020204020303"/>
                        </a:rPr>
                        <a:t>2.18</a:t>
                      </a:r>
                      <a:endParaRPr lang="en-US" sz="1200" dirty="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0655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{sausage, whole milk}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{yogurt}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16.4%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cs typeface="Futura Medium" panose="020B0602020204020303"/>
                        </a:rPr>
                        <a:t>1.91</a:t>
                      </a:r>
                      <a:endParaRPr lang="en-US" sz="120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7936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{specialty chocolate}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{citrus fruit}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0.14%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8.8%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cs typeface="Futura Medium" panose="020B0602020204020303"/>
                        </a:rPr>
                        <a:t>1.65</a:t>
                      </a:r>
                      <a:endParaRPr lang="en-US" sz="1200" dirty="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7054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{sausage, yogurt}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{whole milk}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25.6%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cs typeface="Futura Medium" panose="020B0602020204020303"/>
                        </a:rPr>
                        <a:t>1.62</a:t>
                      </a:r>
                      <a:endParaRPr lang="en-US" sz="120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9344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{tropical fruit}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{flour}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0.11%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cs typeface="Futura Medium" panose="020B0602020204020303"/>
                        </a:rPr>
                        <a:t>1.62</a:t>
                      </a:r>
                      <a:endParaRPr lang="en-US" sz="120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151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{soda, whole milk}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{pastry}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0.09%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8.0%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cs typeface="Futura Medium" panose="020B0602020204020303"/>
                        </a:rPr>
                        <a:t>1.56</a:t>
                      </a:r>
                      <a:endParaRPr lang="en-US" sz="120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9562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{beverages}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cs typeface="Futura Medium" panose="020B0602020204020303"/>
                        </a:rPr>
                        <a:t>{sausage}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0.15%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cs typeface="Futura Medium" panose="020B0602020204020303"/>
                        </a:rPr>
                        <a:t>9.3%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cs typeface="Futura Medium" panose="020B0602020204020303"/>
                        </a:rPr>
                        <a:t>1.54</a:t>
                      </a:r>
                      <a:endParaRPr lang="en-US" sz="1200" dirty="0">
                        <a:cs typeface="Futura Medium" panose="020B0602020204020303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63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00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EF40-F555-63AE-2BC2-0F5D5F72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FFA55DC-EFE4-5C00-C5D8-31CCB038B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dirty="0"/>
              <a:t>Whole Milk Sits at the Center of the Strongest Association </a:t>
            </a:r>
            <a:br>
              <a:rPr lang="en-US" dirty="0"/>
            </a:br>
            <a:r>
              <a:rPr lang="en-US" dirty="0"/>
              <a:t>Flows Across All Product Categories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20E7A7F-641C-1CA0-CF7B-29E1D5FF8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dirty="0"/>
              <a:t>The heatmap reveals pairwise lift values while the Sankey diagram shows multi-item rule flows between antecedents and consequents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05AA6-1B30-BBF2-23D7-FFF9386D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3AA07942-A2DC-FF41-8FBA-17A32343897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1038F1B-7853-4E41-741C-79E489C3D6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RESULTS | VISUALIZING PRODUCT ASSOCIATIONS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BDA0D-9E41-875E-5198-FB30F8A0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9" b="251"/>
          <a:stretch>
            <a:fillRect/>
          </a:stretch>
        </p:blipFill>
        <p:spPr>
          <a:xfrm>
            <a:off x="904019" y="2562054"/>
            <a:ext cx="5651153" cy="4522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A6E18-1D62-2D91-E453-86CDCC69FC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64" t="14004" r="6364"/>
          <a:stretch>
            <a:fillRect/>
          </a:stretch>
        </p:blipFill>
        <p:spPr>
          <a:xfrm>
            <a:off x="6884604" y="2561292"/>
            <a:ext cx="6018948" cy="29604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682273-2FE9-DEA3-EF6E-C49CF4892585}"/>
              </a:ext>
            </a:extLst>
          </p:cNvPr>
          <p:cNvSpPr/>
          <p:nvPr/>
        </p:nvSpPr>
        <p:spPr>
          <a:xfrm>
            <a:off x="904019" y="2038163"/>
            <a:ext cx="5815868" cy="409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Lift Heatmap: Top 15 Items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(Antecedent → Consequent)</a:t>
            </a:r>
            <a:endParaRPr lang="en-US" sz="1400" i="1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341CF-C3C5-C709-2639-70B4243E0A1F}"/>
              </a:ext>
            </a:extLst>
          </p:cNvPr>
          <p:cNvSpPr/>
          <p:nvPr/>
        </p:nvSpPr>
        <p:spPr>
          <a:xfrm>
            <a:off x="6884604" y="2038163"/>
            <a:ext cx="6018948" cy="409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Association Rules Flow: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Antecedent 2 → Antecedent 1 → Consequent</a:t>
            </a:r>
          </a:p>
        </p:txBody>
      </p:sp>
    </p:spTree>
    <p:extLst>
      <p:ext uri="{BB962C8B-B14F-4D97-AF65-F5344CB8AC3E}">
        <p14:creationId xmlns:p14="http://schemas.microsoft.com/office/powerpoint/2010/main" val="110745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2BF3-E8A0-8CAB-239B-D18C970B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278B-3804-5B34-B401-4AC1DFA58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223" y="598531"/>
            <a:ext cx="12791915" cy="934315"/>
          </a:xfrm>
        </p:spPr>
        <p:txBody>
          <a:bodyPr/>
          <a:lstStyle/>
          <a:p>
            <a:r>
              <a:rPr lang="en-US" b="1" dirty="0"/>
              <a:t>Four Data-driven Strategies </a:t>
            </a:r>
            <a:br>
              <a:rPr lang="en-US" b="1" dirty="0"/>
            </a:br>
            <a:r>
              <a:rPr lang="en-US" dirty="0"/>
              <a:t>To Increase Basket Size And Optimize Store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6B5E4-0D73-3957-74AB-6D8C4CF68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48" y="1585278"/>
            <a:ext cx="12791915" cy="409174"/>
          </a:xfrm>
          <a:ln>
            <a:noFill/>
          </a:ln>
        </p:spPr>
        <p:txBody>
          <a:bodyPr/>
          <a:lstStyle/>
          <a:p>
            <a:r>
              <a:rPr lang="en-US" dirty="0"/>
              <a:t>Each recommendation is directly supported by association rules with lift &gt;1.5x, indicating statistically meaningful co-purchase patterns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AE001-2A13-A2CB-D873-4E33849C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3AA07942-A2DC-FF41-8FBA-17A32343897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B42CEC-2821-EA98-7F15-682C4219E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RECOMMENDATIONS | BUSINESS APPLICATIONS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E18254-EB57-42FB-DB56-5E3EAB78BD3F}"/>
              </a:ext>
            </a:extLst>
          </p:cNvPr>
          <p:cNvSpPr/>
          <p:nvPr/>
        </p:nvSpPr>
        <p:spPr>
          <a:xfrm>
            <a:off x="575119" y="2667334"/>
            <a:ext cx="5266943" cy="1352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Place sausage near yogurt and whole milk (lift 2.18×)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Co-locate rolls/buns with sausage (lift 1.47×)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Position complementary items within line-of-sight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21904-CC36-1F5B-5E01-40690DDA6C50}"/>
              </a:ext>
            </a:extLst>
          </p:cNvPr>
          <p:cNvSpPr/>
          <p:nvPr/>
        </p:nvSpPr>
        <p:spPr>
          <a:xfrm>
            <a:off x="575118" y="2258159"/>
            <a:ext cx="5266943" cy="40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SHELF PLACEMENT</a:t>
            </a:r>
            <a:endParaRPr lang="en-US" sz="1600" b="1" i="1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20DB1A-42E3-2090-532F-8DCCCA6B1CD2}"/>
              </a:ext>
            </a:extLst>
          </p:cNvPr>
          <p:cNvSpPr/>
          <p:nvPr/>
        </p:nvSpPr>
        <p:spPr>
          <a:xfrm>
            <a:off x="575119" y="4850939"/>
            <a:ext cx="5266943" cy="1332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Recommend associated items at checkout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Send targeted offers: yogurt buyers get sausage coupons 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Use lift-ranked rules to prioritize recommendation engine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60603F-DF28-FDA7-9F32-5D9CBF48A922}"/>
              </a:ext>
            </a:extLst>
          </p:cNvPr>
          <p:cNvSpPr/>
          <p:nvPr/>
        </p:nvSpPr>
        <p:spPr>
          <a:xfrm>
            <a:off x="6719887" y="2667079"/>
            <a:ext cx="5266943" cy="1352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Create combo deals: whole milk + yogurt + sausage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Bundle rolls/buns + sausage for "meal deal" pricing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Discount one item in high-lift pairs to drive basket uplift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FE6EA3-1573-44CC-AFF8-80012E0B53ED}"/>
              </a:ext>
            </a:extLst>
          </p:cNvPr>
          <p:cNvSpPr/>
          <p:nvPr/>
        </p:nvSpPr>
        <p:spPr>
          <a:xfrm>
            <a:off x="6719888" y="4866113"/>
            <a:ext cx="5266943" cy="1327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 anchorCtr="0"/>
          <a:lstStyle/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Use the Sankey flow to plan category adjacency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Anchor whole milk centrally (15.8% of all baskets)</a:t>
            </a:r>
          </a:p>
          <a:p>
            <a:pPr marL="184150" indent="-1841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Futura Medium" panose="020B0602020204020303" pitchFamily="34" charset="-79"/>
              </a:rPr>
              <a:t>Create "meal solution" zones grouping top clusters together</a:t>
            </a:r>
            <a:endParaRPr lang="en-US" sz="1400" i="1" dirty="0">
              <a:solidFill>
                <a:schemeClr val="tx1"/>
              </a:solidFill>
              <a:cs typeface="Futura Medium" panose="020B0602020204020303" pitchFamily="34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F33D8-3142-4EF8-E928-0EC6A0D96435}"/>
              </a:ext>
            </a:extLst>
          </p:cNvPr>
          <p:cNvSpPr/>
          <p:nvPr/>
        </p:nvSpPr>
        <p:spPr>
          <a:xfrm>
            <a:off x="575118" y="4441764"/>
            <a:ext cx="5266943" cy="40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TARGETED MARKETING</a:t>
            </a:r>
            <a:endParaRPr lang="en-US" sz="1600" b="1" i="1" dirty="0">
              <a:solidFill>
                <a:schemeClr val="tx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3BF92D-12CB-660E-1119-AA0C9BC384DB}"/>
              </a:ext>
            </a:extLst>
          </p:cNvPr>
          <p:cNvSpPr/>
          <p:nvPr/>
        </p:nvSpPr>
        <p:spPr>
          <a:xfrm>
            <a:off x="6719887" y="2257904"/>
            <a:ext cx="5266943" cy="409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PROMOTIONAL BUNDLING</a:t>
            </a:r>
            <a:endParaRPr lang="en-US" sz="1600" b="1" i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8949A-1BC6-0EC3-8F79-C2190F9FEE36}"/>
              </a:ext>
            </a:extLst>
          </p:cNvPr>
          <p:cNvSpPr/>
          <p:nvPr/>
        </p:nvSpPr>
        <p:spPr>
          <a:xfrm>
            <a:off x="6719887" y="4456938"/>
            <a:ext cx="5266943" cy="409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lvl="1" algn="ctr"/>
            <a:r>
              <a:rPr lang="en-US" sz="1600" b="1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STORE LAYOUT</a:t>
            </a:r>
            <a:endParaRPr lang="en-US" sz="1600" b="1" i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4693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59BEC72-083B-1709-FB84-97D702BA180D}"/>
              </a:ext>
            </a:extLst>
          </p:cNvPr>
          <p:cNvSpPr txBox="1">
            <a:spLocks/>
          </p:cNvSpPr>
          <p:nvPr/>
        </p:nvSpPr>
        <p:spPr>
          <a:xfrm>
            <a:off x="-1" y="-1"/>
            <a:ext cx="13439775" cy="75596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432000" tIns="72000" rIns="72000" bIns="72000" rtlCol="0" anchor="ctr" anchorCtr="0">
            <a:noAutofit/>
          </a:bodyPr>
          <a:lstStyle>
            <a:lvl1pPr marL="251986" indent="-251986" algn="l" defTabSz="1007943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1pPr>
            <a:lvl2pPr marL="755957" indent="-251986" algn="l" defTabSz="1007943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2pPr>
            <a:lvl3pPr marL="1259929" indent="-251986" algn="l" defTabSz="1007943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3pPr>
            <a:lvl4pPr marL="1763900" indent="-251986" algn="l" defTabSz="1007943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4pPr>
            <a:lvl5pPr marL="2267872" indent="-251986" algn="l" defTabSz="1007943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B6D522-969C-3AF5-3C6B-2957C7F276C6}"/>
              </a:ext>
            </a:extLst>
          </p:cNvPr>
          <p:cNvSpPr txBox="1">
            <a:spLocks/>
          </p:cNvSpPr>
          <p:nvPr/>
        </p:nvSpPr>
        <p:spPr>
          <a:xfrm>
            <a:off x="4454898" y="2527841"/>
            <a:ext cx="4529978" cy="481230"/>
          </a:xfrm>
          <a:prstGeom prst="rect">
            <a:avLst/>
          </a:prstGeom>
        </p:spPr>
        <p:txBody>
          <a:bodyPr vert="horz" lIns="72000" tIns="72000" rIns="72000" bIns="72000" rtlCol="0" anchor="ctr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pPr algn="ctr"/>
            <a:r>
              <a:rPr lang="en-US" sz="5400" b="1" i="1" dirty="0">
                <a:solidFill>
                  <a:schemeClr val="bg1"/>
                </a:solidFill>
              </a:rPr>
              <a:t>Thank you.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A59E3A-0395-BD48-A32B-1981416D3D96}"/>
              </a:ext>
            </a:extLst>
          </p:cNvPr>
          <p:cNvSpPr txBox="1">
            <a:spLocks/>
          </p:cNvSpPr>
          <p:nvPr/>
        </p:nvSpPr>
        <p:spPr>
          <a:xfrm>
            <a:off x="575119" y="6808448"/>
            <a:ext cx="12864656" cy="365760"/>
          </a:xfrm>
          <a:prstGeom prst="rect">
            <a:avLst/>
          </a:prstGeom>
        </p:spPr>
        <p:txBody>
          <a:bodyPr vert="horz" lIns="72000" tIns="72000" rIns="72000" bIns="72000" rtlCol="0" anchor="ctr" anchorCtr="0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Futura Medium" panose="020B0602020204020303" pitchFamily="34" charset="-79"/>
                <a:ea typeface="+mj-ea"/>
                <a:cs typeface="Futura Medium" panose="020B0602020204020303" pitchFamily="34" charset="-79"/>
              </a:defRPr>
            </a:lvl1pPr>
          </a:lstStyle>
          <a:p>
            <a:pPr algn="ctr"/>
            <a:r>
              <a:rPr lang="en-US" sz="1200" i="1" dirty="0">
                <a:solidFill>
                  <a:schemeClr val="bg1"/>
                </a:solidFill>
              </a:rPr>
              <a:t>Python • pandas • NumPy • </a:t>
            </a:r>
            <a:r>
              <a:rPr lang="en-US" sz="1200" i="1" dirty="0" err="1">
                <a:solidFill>
                  <a:schemeClr val="bg1"/>
                </a:solidFill>
              </a:rPr>
              <a:t>mlxtend</a:t>
            </a:r>
            <a:r>
              <a:rPr lang="en-US" sz="1200" i="1" dirty="0">
                <a:solidFill>
                  <a:schemeClr val="bg1"/>
                </a:solidFill>
              </a:rPr>
              <a:t> • matplotlib • seaborn • </a:t>
            </a:r>
            <a:r>
              <a:rPr lang="en-US" sz="1200" i="1" dirty="0" err="1">
                <a:solidFill>
                  <a:schemeClr val="bg1"/>
                </a:solidFill>
              </a:rPr>
              <a:t>PyARMViz</a:t>
            </a:r>
            <a:endParaRPr lang="en-US" sz="1200" i="1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F71C8B-9D16-5D5B-7029-080622492A94}"/>
              </a:ext>
            </a:extLst>
          </p:cNvPr>
          <p:cNvGrpSpPr/>
          <p:nvPr/>
        </p:nvGrpSpPr>
        <p:grpSpPr>
          <a:xfrm>
            <a:off x="-1" y="6396597"/>
            <a:ext cx="13303568" cy="365760"/>
            <a:chOff x="-1" y="6396597"/>
            <a:chExt cx="13303568" cy="365760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1ECEBC90-B7E2-BD41-9EC1-53E5CE82AB06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396597"/>
              <a:ext cx="13303568" cy="365760"/>
            </a:xfrm>
            <a:prstGeom prst="rect">
              <a:avLst/>
            </a:prstGeom>
          </p:spPr>
          <p:txBody>
            <a:bodyPr vert="horz" lIns="72000" tIns="72000" rIns="72000" bIns="72000" rtlCol="0" anchor="ctr" anchorCtr="0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50" kern="1200">
                  <a:solidFill>
                    <a:schemeClr val="tx1"/>
                  </a:solidFill>
                  <a:latin typeface="Futura Medium" panose="020B0602020204020303" pitchFamily="34" charset="-79"/>
                  <a:ea typeface="+mj-ea"/>
                  <a:cs typeface="Futura Medium" panose="020B0602020204020303" pitchFamily="34" charset="-79"/>
                </a:defRPr>
              </a:lvl1pPr>
            </a:lstStyle>
            <a:p>
              <a:pPr algn="ctr"/>
              <a:r>
                <a:rPr lang="en-US" sz="1200" i="1" dirty="0">
                  <a:solidFill>
                    <a:schemeClr val="bg1"/>
                  </a:solidFill>
                </a:rPr>
                <a:t>	https://github.com/keithfernandes12/Market-Basket-Analysis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1C1EC8-8ED2-6632-EFE9-A7000F493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5777" y="6418670"/>
              <a:ext cx="321614" cy="321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584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37082</TotalTime>
  <Words>2209</Words>
  <Application>Microsoft Office PowerPoint</Application>
  <PresentationFormat>Custom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Futura Medium</vt:lpstr>
      <vt:lpstr>Trebuchet MS</vt:lpstr>
      <vt:lpstr>Wingdings</vt:lpstr>
      <vt:lpstr>Office Theme</vt:lpstr>
      <vt:lpstr>PowerPoint Presentation</vt:lpstr>
      <vt:lpstr>Whole Milk is the Anchor Product  The Strongest Purchasing Associations in 14,963 Grocery Baskets</vt:lpstr>
      <vt:lpstr>Association Rule Mining  Discovers Co-purchased Products from Transaction Data</vt:lpstr>
      <vt:lpstr>Two Years Of Grocery Transactions 3,898 Customers Across 167 Products</vt:lpstr>
      <vt:lpstr>Whole Milk Dominates With 2,363 Purchases 83% More than the 3rd-Ranked Item</vt:lpstr>
      <vt:lpstr>811 Frequent Itemsets and  1,376 Association Rules Discovered At 0.1% Support Threshold</vt:lpstr>
      <vt:lpstr>Customers Buying Whole Milk and Yogurt Are 2.18x  more likely to also Buy Sausage</vt:lpstr>
      <vt:lpstr>Whole Milk Sits at the Center of the Strongest Association  Flows Across All Product Categories</vt:lpstr>
      <vt:lpstr>Four Data-driven Strategies  To Increase Basket Size And Optimize Store Performance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nold</dc:creator>
  <cp:lastModifiedBy>Keith Fernandes</cp:lastModifiedBy>
  <cp:revision>150</cp:revision>
  <dcterms:created xsi:type="dcterms:W3CDTF">2023-11-21T01:56:51Z</dcterms:created>
  <dcterms:modified xsi:type="dcterms:W3CDTF">2026-02-14T05:33:00Z</dcterms:modified>
</cp:coreProperties>
</file>